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6" r:id="rId4"/>
  </p:sldMasterIdLst>
  <p:notesMasterIdLst>
    <p:notesMasterId r:id="rId6"/>
  </p:notesMasterIdLst>
  <p:handoutMasterIdLst>
    <p:handoutMasterId r:id="rId7"/>
  </p:handoutMasterIdLst>
  <p:sldIdLst>
    <p:sldId id="264" r:id="rId5"/>
  </p:sldIdLst>
  <p:sldSz cx="10058400" cy="7772400"/>
  <p:notesSz cx="6858000" cy="9144000"/>
  <p:defaultTextStyle>
    <a:defPPr rtl="0">
      <a:defRPr lang="fr-fr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7E8F2"/>
    <a:srgbClr val="F3F2F1"/>
    <a:srgbClr val="3C3E5E"/>
    <a:srgbClr val="5558AF"/>
    <a:srgbClr val="FFFFFF"/>
    <a:srgbClr val="F0F0F0"/>
    <a:srgbClr val="939393"/>
    <a:srgbClr val="0078D4"/>
    <a:srgbClr val="C2C2C2"/>
    <a:srgbClr val="2F2F2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7D02CDF-8205-43F0-931F-4D7D858BFF6A}" v="4" dt="2026-03-27T13:24:38.41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33" autoAdjust="0"/>
  </p:normalViewPr>
  <p:slideViewPr>
    <p:cSldViewPr snapToGrid="0">
      <p:cViewPr varScale="1">
        <p:scale>
          <a:sx n="70" d="100"/>
          <a:sy n="70" d="100"/>
        </p:scale>
        <p:origin x="48" y="6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2694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rve Labarge" userId="1430e1b8-57ec-4964-9cfa-a8931fb017e7" providerId="ADAL" clId="{AE7D6DF3-6C4A-466E-A09C-4DF2EB0DCC82}"/>
    <pc:docChg chg="custSel delSld modSld">
      <pc:chgData name="Herve Labarge" userId="1430e1b8-57ec-4964-9cfa-a8931fb017e7" providerId="ADAL" clId="{AE7D6DF3-6C4A-466E-A09C-4DF2EB0DCC82}" dt="2026-03-27T13:28:15.495" v="424" actId="403"/>
      <pc:docMkLst>
        <pc:docMk/>
      </pc:docMkLst>
      <pc:sldChg chg="delSp modSp del mod">
        <pc:chgData name="Herve Labarge" userId="1430e1b8-57ec-4964-9cfa-a8931fb017e7" providerId="ADAL" clId="{AE7D6DF3-6C4A-466E-A09C-4DF2EB0DCC82}" dt="2026-03-27T13:18:15.914" v="2" actId="2696"/>
        <pc:sldMkLst>
          <pc:docMk/>
          <pc:sldMk cId="2172109540" sldId="259"/>
        </pc:sldMkLst>
        <pc:spChg chg="mod">
          <ac:chgData name="Herve Labarge" userId="1430e1b8-57ec-4964-9cfa-a8931fb017e7" providerId="ADAL" clId="{AE7D6DF3-6C4A-466E-A09C-4DF2EB0DCC82}" dt="2026-03-27T13:17:58.359" v="0" actId="1076"/>
          <ac:spMkLst>
            <pc:docMk/>
            <pc:sldMk cId="2172109540" sldId="259"/>
            <ac:spMk id="14" creationId="{3B6DBDFE-B3E7-4B2B-A02A-85770265628A}"/>
          </ac:spMkLst>
        </pc:spChg>
        <pc:spChg chg="del">
          <ac:chgData name="Herve Labarge" userId="1430e1b8-57ec-4964-9cfa-a8931fb017e7" providerId="ADAL" clId="{AE7D6DF3-6C4A-466E-A09C-4DF2EB0DCC82}" dt="2026-03-27T13:18:03.789" v="1" actId="478"/>
          <ac:spMkLst>
            <pc:docMk/>
            <pc:sldMk cId="2172109540" sldId="259"/>
            <ac:spMk id="232" creationId="{E9A51FAF-4A9F-4BF8-A19E-41D907E84EE5}"/>
          </ac:spMkLst>
        </pc:spChg>
        <pc:spChg chg="del">
          <ac:chgData name="Herve Labarge" userId="1430e1b8-57ec-4964-9cfa-a8931fb017e7" providerId="ADAL" clId="{AE7D6DF3-6C4A-466E-A09C-4DF2EB0DCC82}" dt="2026-03-27T13:18:03.789" v="1" actId="478"/>
          <ac:spMkLst>
            <pc:docMk/>
            <pc:sldMk cId="2172109540" sldId="259"/>
            <ac:spMk id="233" creationId="{CA23237B-BB41-4C81-8BE0-13BC84982803}"/>
          </ac:spMkLst>
        </pc:spChg>
        <pc:spChg chg="del">
          <ac:chgData name="Herve Labarge" userId="1430e1b8-57ec-4964-9cfa-a8931fb017e7" providerId="ADAL" clId="{AE7D6DF3-6C4A-466E-A09C-4DF2EB0DCC82}" dt="2026-03-27T13:18:03.789" v="1" actId="478"/>
          <ac:spMkLst>
            <pc:docMk/>
            <pc:sldMk cId="2172109540" sldId="259"/>
            <ac:spMk id="333" creationId="{DAB670F7-5B1A-4F10-A41B-B043B5853E7D}"/>
          </ac:spMkLst>
        </pc:spChg>
        <pc:picChg chg="del">
          <ac:chgData name="Herve Labarge" userId="1430e1b8-57ec-4964-9cfa-a8931fb017e7" providerId="ADAL" clId="{AE7D6DF3-6C4A-466E-A09C-4DF2EB0DCC82}" dt="2026-03-27T13:18:03.789" v="1" actId="478"/>
          <ac:picMkLst>
            <pc:docMk/>
            <pc:sldMk cId="2172109540" sldId="259"/>
            <ac:picMk id="131" creationId="{16212843-AFAE-4473-B296-EBA3F4F8FE90}"/>
          </ac:picMkLst>
        </pc:picChg>
        <pc:picChg chg="del">
          <ac:chgData name="Herve Labarge" userId="1430e1b8-57ec-4964-9cfa-a8931fb017e7" providerId="ADAL" clId="{AE7D6DF3-6C4A-466E-A09C-4DF2EB0DCC82}" dt="2026-03-27T13:18:03.789" v="1" actId="478"/>
          <ac:picMkLst>
            <pc:docMk/>
            <pc:sldMk cId="2172109540" sldId="259"/>
            <ac:picMk id="231" creationId="{8884E9F3-AB9A-4D9B-BA17-EB88A8586CD9}"/>
          </ac:picMkLst>
        </pc:picChg>
      </pc:sldChg>
      <pc:sldChg chg="addSp delSp modSp mod">
        <pc:chgData name="Herve Labarge" userId="1430e1b8-57ec-4964-9cfa-a8931fb017e7" providerId="ADAL" clId="{AE7D6DF3-6C4A-466E-A09C-4DF2EB0DCC82}" dt="2026-03-27T13:28:15.495" v="424" actId="403"/>
        <pc:sldMkLst>
          <pc:docMk/>
          <pc:sldMk cId="942546967" sldId="264"/>
        </pc:sldMkLst>
        <pc:spChg chg="del mod">
          <ac:chgData name="Herve Labarge" userId="1430e1b8-57ec-4964-9cfa-a8931fb017e7" providerId="ADAL" clId="{AE7D6DF3-6C4A-466E-A09C-4DF2EB0DCC82}" dt="2026-03-27T13:22:08.654" v="301" actId="478"/>
          <ac:spMkLst>
            <pc:docMk/>
            <pc:sldMk cId="942546967" sldId="264"/>
            <ac:spMk id="3" creationId="{C5AEFEFF-AEA7-4E09-B58C-FB38F6443B2C}"/>
          </ac:spMkLst>
        </pc:spChg>
        <pc:spChg chg="mod">
          <ac:chgData name="Herve Labarge" userId="1430e1b8-57ec-4964-9cfa-a8931fb017e7" providerId="ADAL" clId="{AE7D6DF3-6C4A-466E-A09C-4DF2EB0DCC82}" dt="2026-03-27T13:26:21.152" v="369" actId="404"/>
          <ac:spMkLst>
            <pc:docMk/>
            <pc:sldMk cId="942546967" sldId="264"/>
            <ac:spMk id="5" creationId="{CC55B661-1E08-4749-93D8-1E9CF36F0697}"/>
          </ac:spMkLst>
        </pc:spChg>
        <pc:spChg chg="del">
          <ac:chgData name="Herve Labarge" userId="1430e1b8-57ec-4964-9cfa-a8931fb017e7" providerId="ADAL" clId="{AE7D6DF3-6C4A-466E-A09C-4DF2EB0DCC82}" dt="2026-03-27T13:23:02.699" v="310" actId="478"/>
          <ac:spMkLst>
            <pc:docMk/>
            <pc:sldMk cId="942546967" sldId="264"/>
            <ac:spMk id="25" creationId="{1EF2A8FC-652D-4D38-AC26-D5DB6E2F5769}"/>
          </ac:spMkLst>
        </pc:spChg>
        <pc:spChg chg="mod">
          <ac:chgData name="Herve Labarge" userId="1430e1b8-57ec-4964-9cfa-a8931fb017e7" providerId="ADAL" clId="{AE7D6DF3-6C4A-466E-A09C-4DF2EB0DCC82}" dt="2026-03-27T13:20:21.311" v="74" actId="14100"/>
          <ac:spMkLst>
            <pc:docMk/>
            <pc:sldMk cId="942546967" sldId="264"/>
            <ac:spMk id="26" creationId="{879DF4BA-57B6-4B2B-8BBC-D76D8587C943}"/>
          </ac:spMkLst>
        </pc:spChg>
        <pc:spChg chg="mod">
          <ac:chgData name="Herve Labarge" userId="1430e1b8-57ec-4964-9cfa-a8931fb017e7" providerId="ADAL" clId="{AE7D6DF3-6C4A-466E-A09C-4DF2EB0DCC82}" dt="2026-03-27T13:21:57.323" v="299" actId="20577"/>
          <ac:spMkLst>
            <pc:docMk/>
            <pc:sldMk cId="942546967" sldId="264"/>
            <ac:spMk id="27" creationId="{0896F991-5E97-411F-9AC0-E174C7943B2A}"/>
          </ac:spMkLst>
        </pc:spChg>
        <pc:spChg chg="mod">
          <ac:chgData name="Herve Labarge" userId="1430e1b8-57ec-4964-9cfa-a8931fb017e7" providerId="ADAL" clId="{AE7D6DF3-6C4A-466E-A09C-4DF2EB0DCC82}" dt="2026-03-27T13:20:02.231" v="71" actId="14100"/>
          <ac:spMkLst>
            <pc:docMk/>
            <pc:sldMk cId="942546967" sldId="264"/>
            <ac:spMk id="32" creationId="{0EE05BE6-88B7-4DC2-B74B-E14C07F079B8}"/>
          </ac:spMkLst>
        </pc:spChg>
        <pc:spChg chg="add del mod">
          <ac:chgData name="Herve Labarge" userId="1430e1b8-57ec-4964-9cfa-a8931fb017e7" providerId="ADAL" clId="{AE7D6DF3-6C4A-466E-A09C-4DF2EB0DCC82}" dt="2026-03-27T13:24:26.669" v="348" actId="478"/>
          <ac:spMkLst>
            <pc:docMk/>
            <pc:sldMk cId="942546967" sldId="264"/>
            <ac:spMk id="37" creationId="{E4B3863B-20E5-F6DF-038E-B040BC749954}"/>
          </ac:spMkLst>
        </pc:spChg>
        <pc:spChg chg="add mod">
          <ac:chgData name="Herve Labarge" userId="1430e1b8-57ec-4964-9cfa-a8931fb017e7" providerId="ADAL" clId="{AE7D6DF3-6C4A-466E-A09C-4DF2EB0DCC82}" dt="2026-03-27T13:26:26.613" v="370" actId="404"/>
          <ac:spMkLst>
            <pc:docMk/>
            <pc:sldMk cId="942546967" sldId="264"/>
            <ac:spMk id="45" creationId="{AC0BE889-D4FE-1893-B115-97CB94564478}"/>
          </ac:spMkLst>
        </pc:spChg>
        <pc:spChg chg="add mod">
          <ac:chgData name="Herve Labarge" userId="1430e1b8-57ec-4964-9cfa-a8931fb017e7" providerId="ADAL" clId="{AE7D6DF3-6C4A-466E-A09C-4DF2EB0DCC82}" dt="2026-03-27T13:28:15.495" v="424" actId="403"/>
          <ac:spMkLst>
            <pc:docMk/>
            <pc:sldMk cId="942546967" sldId="264"/>
            <ac:spMk id="61" creationId="{A49EF63D-E46B-DA1F-813B-986ECFF2D37A}"/>
          </ac:spMkLst>
        </pc:spChg>
        <pc:grpChg chg="mod">
          <ac:chgData name="Herve Labarge" userId="1430e1b8-57ec-4964-9cfa-a8931fb017e7" providerId="ADAL" clId="{AE7D6DF3-6C4A-466E-A09C-4DF2EB0DCC82}" dt="2026-03-27T13:26:38.683" v="371" actId="1076"/>
          <ac:grpSpMkLst>
            <pc:docMk/>
            <pc:sldMk cId="942546967" sldId="264"/>
            <ac:grpSpMk id="2" creationId="{3CC561B7-26D0-4A9E-8A77-360B528A2C5B}"/>
          </ac:grpSpMkLst>
        </pc:grpChg>
        <pc:grpChg chg="mod">
          <ac:chgData name="Herve Labarge" userId="1430e1b8-57ec-4964-9cfa-a8931fb017e7" providerId="ADAL" clId="{AE7D6DF3-6C4A-466E-A09C-4DF2EB0DCC82}" dt="2026-03-27T13:26:41.996" v="372" actId="1076"/>
          <ac:grpSpMkLst>
            <pc:docMk/>
            <pc:sldMk cId="942546967" sldId="264"/>
            <ac:grpSpMk id="12" creationId="{A58140DB-5424-40C3-8DE4-E16971EB394C}"/>
          </ac:grpSpMkLst>
        </pc:grpChg>
        <pc:grpChg chg="mod">
          <ac:chgData name="Herve Labarge" userId="1430e1b8-57ec-4964-9cfa-a8931fb017e7" providerId="ADAL" clId="{AE7D6DF3-6C4A-466E-A09C-4DF2EB0DCC82}" dt="2026-03-27T13:20:28.982" v="100" actId="1038"/>
          <ac:grpSpMkLst>
            <pc:docMk/>
            <pc:sldMk cId="942546967" sldId="264"/>
            <ac:grpSpMk id="14" creationId="{03D9DE34-8F0A-4E03-B4C6-DAD74AFFCDA5}"/>
          </ac:grpSpMkLst>
        </pc:grpChg>
        <pc:grpChg chg="mod">
          <ac:chgData name="Herve Labarge" userId="1430e1b8-57ec-4964-9cfa-a8931fb017e7" providerId="ADAL" clId="{AE7D6DF3-6C4A-466E-A09C-4DF2EB0DCC82}" dt="2026-03-27T13:25:49.966" v="365" actId="1076"/>
          <ac:grpSpMkLst>
            <pc:docMk/>
            <pc:sldMk cId="942546967" sldId="264"/>
            <ac:grpSpMk id="17" creationId="{BA5B8E59-FC3A-47E8-BA38-7E5CBAA499B0}"/>
          </ac:grpSpMkLst>
        </pc:grpChg>
        <pc:grpChg chg="mod">
          <ac:chgData name="Herve Labarge" userId="1430e1b8-57ec-4964-9cfa-a8931fb017e7" providerId="ADAL" clId="{AE7D6DF3-6C4A-466E-A09C-4DF2EB0DCC82}" dt="2026-03-27T13:25:46.579" v="364" actId="1076"/>
          <ac:grpSpMkLst>
            <pc:docMk/>
            <pc:sldMk cId="942546967" sldId="264"/>
            <ac:grpSpMk id="20" creationId="{BF93E5C7-ACC3-4C9A-98B9-8B9FD5F68BC7}"/>
          </ac:grpSpMkLst>
        </pc:grpChg>
        <pc:grpChg chg="mod">
          <ac:chgData name="Herve Labarge" userId="1430e1b8-57ec-4964-9cfa-a8931fb017e7" providerId="ADAL" clId="{AE7D6DF3-6C4A-466E-A09C-4DF2EB0DCC82}" dt="2026-03-27T13:20:11.727" v="72" actId="14100"/>
          <ac:grpSpMkLst>
            <pc:docMk/>
            <pc:sldMk cId="942546967" sldId="264"/>
            <ac:grpSpMk id="28" creationId="{E8E3E987-7F35-4DD2-9EE1-C7F2EF3582E1}"/>
          </ac:grpSpMkLst>
        </pc:grpChg>
        <pc:grpChg chg="del">
          <ac:chgData name="Herve Labarge" userId="1430e1b8-57ec-4964-9cfa-a8931fb017e7" providerId="ADAL" clId="{AE7D6DF3-6C4A-466E-A09C-4DF2EB0DCC82}" dt="2026-03-27T13:23:04.763" v="311" actId="478"/>
          <ac:grpSpMkLst>
            <pc:docMk/>
            <pc:sldMk cId="942546967" sldId="264"/>
            <ac:grpSpMk id="33" creationId="{00000000-0000-0000-0000-000000000000}"/>
          </ac:grpSpMkLst>
        </pc:grpChg>
        <pc:grpChg chg="mod">
          <ac:chgData name="Herve Labarge" userId="1430e1b8-57ec-4964-9cfa-a8931fb017e7" providerId="ADAL" clId="{AE7D6DF3-6C4A-466E-A09C-4DF2EB0DCC82}" dt="2026-03-27T13:20:15.027" v="73" actId="1076"/>
          <ac:grpSpMkLst>
            <pc:docMk/>
            <pc:sldMk cId="942546967" sldId="264"/>
            <ac:grpSpMk id="38" creationId="{A3F986E5-B263-4706-8B58-6520B0D85D45}"/>
          </ac:grpSpMkLst>
        </pc:grpChg>
        <pc:grpChg chg="mod">
          <ac:chgData name="Herve Labarge" userId="1430e1b8-57ec-4964-9cfa-a8931fb017e7" providerId="ADAL" clId="{AE7D6DF3-6C4A-466E-A09C-4DF2EB0DCC82}" dt="2026-03-27T13:20:28.982" v="100" actId="1038"/>
          <ac:grpSpMkLst>
            <pc:docMk/>
            <pc:sldMk cId="942546967" sldId="264"/>
            <ac:grpSpMk id="48" creationId="{216524B7-8F13-4485-B224-D5F6FB498675}"/>
          </ac:grpSpMkLst>
        </pc:grpChg>
        <pc:picChg chg="del">
          <ac:chgData name="Herve Labarge" userId="1430e1b8-57ec-4964-9cfa-a8931fb017e7" providerId="ADAL" clId="{AE7D6DF3-6C4A-466E-A09C-4DF2EB0DCC82}" dt="2026-03-27T13:22:59.623" v="309" actId="478"/>
          <ac:picMkLst>
            <pc:docMk/>
            <pc:sldMk cId="942546967" sldId="264"/>
            <ac:picMk id="43" creationId="{78BAD74A-8645-40BC-96BF-7DA881E7C5DD}"/>
          </ac:picMkLst>
        </pc:picChg>
      </pc:sldChg>
      <pc:sldChg chg="del">
        <pc:chgData name="Herve Labarge" userId="1430e1b8-57ec-4964-9cfa-a8931fb017e7" providerId="ADAL" clId="{AE7D6DF3-6C4A-466E-A09C-4DF2EB0DCC82}" dt="2026-03-27T13:18:19.299" v="3" actId="2696"/>
        <pc:sldMkLst>
          <pc:docMk/>
          <pc:sldMk cId="1941656214" sldId="266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 1">
            <a:extLst>
              <a:ext uri="{FF2B5EF4-FFF2-40B4-BE49-F238E27FC236}">
                <a16:creationId xmlns:a16="http://schemas.microsoft.com/office/drawing/2014/main" id="{A9F3F865-F0C9-4F74-ACB6-0CFCD180C79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7CB9C486-A27D-4935-881C-E1470BD2344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D70564B5-AB93-4FC0-99F4-4477049953F7}" type="datetime1">
              <a:rPr lang="fr-FR" smtClean="0"/>
              <a:t>27/03/2026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6DBFF42-1EA6-4EEA-BC17-6A5238ACC3B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0F46A67-9034-428B-B0D8-245B6C0CAB8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F725ACBF-8B0E-449E-96E7-8C130777077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0952659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 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fr-FR" noProof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05D177E0-0986-49E3-BA16-B99B601A4DE9}" type="datetime1">
              <a:rPr lang="fr-FR" noProof="0" smtClean="0"/>
              <a:t>27/03/2026</a:t>
            </a:fld>
            <a:endParaRPr lang="fr-FR" noProof="0"/>
          </a:p>
        </p:txBody>
      </p:sp>
      <p:sp>
        <p:nvSpPr>
          <p:cNvPr id="4" name="Espace réservé de l’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431925" y="1143000"/>
            <a:ext cx="39941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fr-FR" noProof="0"/>
          </a:p>
        </p:txBody>
      </p:sp>
      <p:sp>
        <p:nvSpPr>
          <p:cNvPr id="5" name="Espace réservé des commentaires 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fr-FR" noProof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EE19F8D2-8343-4617-82E2-EAECE4B0AEB6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349285688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EE19F8D2-8343-4617-82E2-EAECE4B0AEB6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456572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754380" y="1272011"/>
            <a:ext cx="8549640" cy="2705947"/>
          </a:xfrm>
        </p:spPr>
        <p:txBody>
          <a:bodyPr rtlCol="0" anchor="b"/>
          <a:lstStyle>
            <a:lvl1pPr algn="ctr">
              <a:defRPr sz="6600"/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257300" y="4082310"/>
            <a:ext cx="7543800" cy="1876530"/>
          </a:xfrm>
        </p:spPr>
        <p:txBody>
          <a:bodyPr rtlCol="0"/>
          <a:lstStyle>
            <a:lvl1pPr marL="0" indent="0" algn="ctr">
              <a:buNone/>
              <a:defRPr sz="2640"/>
            </a:lvl1pPr>
            <a:lvl2pPr marL="502920" indent="0" algn="ctr">
              <a:buNone/>
              <a:defRPr sz="2200"/>
            </a:lvl2pPr>
            <a:lvl3pPr marL="1005840" indent="0" algn="ctr">
              <a:buNone/>
              <a:defRPr sz="1980"/>
            </a:lvl3pPr>
            <a:lvl4pPr marL="1508760" indent="0" algn="ctr">
              <a:buNone/>
              <a:defRPr sz="1760"/>
            </a:lvl4pPr>
            <a:lvl5pPr marL="2011680" indent="0" algn="ctr">
              <a:buNone/>
              <a:defRPr sz="1760"/>
            </a:lvl5pPr>
            <a:lvl6pPr marL="2514600" indent="0" algn="ctr">
              <a:buNone/>
              <a:defRPr sz="1760"/>
            </a:lvl6pPr>
            <a:lvl7pPr marL="3017520" indent="0" algn="ctr">
              <a:buNone/>
              <a:defRPr sz="1760"/>
            </a:lvl7pPr>
            <a:lvl8pPr marL="3520440" indent="0" algn="ctr">
              <a:buNone/>
              <a:defRPr sz="1760"/>
            </a:lvl8pPr>
            <a:lvl9pPr marL="4023360" indent="0" algn="ctr">
              <a:buNone/>
              <a:defRPr sz="1760"/>
            </a:lvl9pPr>
          </a:lstStyle>
          <a:p>
            <a:pPr rtl="0"/>
            <a:r>
              <a:rPr lang="fr-FR" noProof="0"/>
              <a:t>Modifiez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9CDB016-52B1-4498-8349-DA22D816E084}" type="datetime1">
              <a:rPr lang="fr-FR" noProof="0" smtClean="0"/>
              <a:t>27/03/2026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8F63A3B-78C7-47BE-AE5E-E10140E04643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1864343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/>
        <p:txBody>
          <a:bodyPr rtlCol="0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0D96038-9951-48C9-AB53-29EB483734D1}" type="datetime1">
              <a:rPr lang="fr-FR" noProof="0" smtClean="0"/>
              <a:t>27/03/2026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8CA68E8-15B1-4CD6-AB92-917A6907BE05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31338398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-têt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86277" y="1937705"/>
            <a:ext cx="8675370" cy="3233102"/>
          </a:xfrm>
        </p:spPr>
        <p:txBody>
          <a:bodyPr rtlCol="0" anchor="b"/>
          <a:lstStyle>
            <a:lvl1pPr>
              <a:defRPr sz="6600"/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686277" y="5201393"/>
            <a:ext cx="8675370" cy="1700212"/>
          </a:xfrm>
        </p:spPr>
        <p:txBody>
          <a:bodyPr rtlCol="0"/>
          <a:lstStyle>
            <a:lvl1pPr marL="0" indent="0">
              <a:buNone/>
              <a:defRPr sz="2640">
                <a:solidFill>
                  <a:schemeClr val="tx1"/>
                </a:solidFill>
              </a:defRPr>
            </a:lvl1pPr>
            <a:lvl2pPr marL="502920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2pPr>
            <a:lvl3pPr marL="1005840" indent="0">
              <a:buNone/>
              <a:defRPr sz="1980">
                <a:solidFill>
                  <a:schemeClr val="tx1">
                    <a:tint val="75000"/>
                  </a:schemeClr>
                </a:solidFill>
              </a:defRPr>
            </a:lvl3pPr>
            <a:lvl4pPr marL="150876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4pPr>
            <a:lvl5pPr marL="201168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5pPr>
            <a:lvl6pPr marL="251460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6pPr>
            <a:lvl7pPr marL="301752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7pPr>
            <a:lvl8pPr marL="352044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8pPr>
            <a:lvl9pPr marL="402336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212221C-2A6C-415C-8CD7-774766BB6B3C}" type="datetime1">
              <a:rPr lang="fr-FR" noProof="0" smtClean="0"/>
              <a:t>27/03/2026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8CA68E8-15B1-4CD6-AB92-917A6907BE05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5842532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 hasCustomPrompt="1"/>
          </p:nvPr>
        </p:nvSpPr>
        <p:spPr>
          <a:xfrm>
            <a:off x="691515" y="2069042"/>
            <a:ext cx="4274820" cy="4931516"/>
          </a:xfrm>
        </p:spPr>
        <p:txBody>
          <a:bodyPr rtlCol="0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 hasCustomPrompt="1"/>
          </p:nvPr>
        </p:nvSpPr>
        <p:spPr>
          <a:xfrm>
            <a:off x="5092065" y="2069042"/>
            <a:ext cx="4274820" cy="4931516"/>
          </a:xfrm>
        </p:spPr>
        <p:txBody>
          <a:bodyPr rtlCol="0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FFB28BB-9068-4CCC-AADB-A4CF7F38CC89}" type="datetime1">
              <a:rPr lang="fr-FR" noProof="0" smtClean="0"/>
              <a:t>27/03/2026</a:t>
            </a:fld>
            <a:endParaRPr lang="fr-FR" noProof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8CA68E8-15B1-4CD6-AB92-917A6907BE05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14728343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92825" y="413810"/>
            <a:ext cx="8675370" cy="1502305"/>
          </a:xfrm>
        </p:spPr>
        <p:txBody>
          <a:bodyPr rtlCol="0"/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692826" y="1905318"/>
            <a:ext cx="4255174" cy="933767"/>
          </a:xfrm>
        </p:spPr>
        <p:txBody>
          <a:bodyPr rtlCol="0" anchor="b"/>
          <a:lstStyle>
            <a:lvl1pPr marL="0" indent="0">
              <a:buNone/>
              <a:defRPr sz="2640" b="1"/>
            </a:lvl1pPr>
            <a:lvl2pPr marL="502920" indent="0">
              <a:buNone/>
              <a:defRPr sz="2200" b="1"/>
            </a:lvl2pPr>
            <a:lvl3pPr marL="1005840" indent="0">
              <a:buNone/>
              <a:defRPr sz="1980" b="1"/>
            </a:lvl3pPr>
            <a:lvl4pPr marL="1508760" indent="0">
              <a:buNone/>
              <a:defRPr sz="1760" b="1"/>
            </a:lvl4pPr>
            <a:lvl5pPr marL="2011680" indent="0">
              <a:buNone/>
              <a:defRPr sz="1760" b="1"/>
            </a:lvl5pPr>
            <a:lvl6pPr marL="2514600" indent="0">
              <a:buNone/>
              <a:defRPr sz="1760" b="1"/>
            </a:lvl6pPr>
            <a:lvl7pPr marL="3017520" indent="0">
              <a:buNone/>
              <a:defRPr sz="1760" b="1"/>
            </a:lvl7pPr>
            <a:lvl8pPr marL="3520440" indent="0">
              <a:buNone/>
              <a:defRPr sz="1760" b="1"/>
            </a:lvl8pPr>
            <a:lvl9pPr marL="4023360" indent="0">
              <a:buNone/>
              <a:defRPr sz="1760" b="1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 hasCustomPrompt="1"/>
          </p:nvPr>
        </p:nvSpPr>
        <p:spPr>
          <a:xfrm>
            <a:off x="692826" y="2839085"/>
            <a:ext cx="4255174" cy="4175866"/>
          </a:xfrm>
        </p:spPr>
        <p:txBody>
          <a:bodyPr rtlCol="0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 hasCustomPrompt="1"/>
          </p:nvPr>
        </p:nvSpPr>
        <p:spPr>
          <a:xfrm>
            <a:off x="5092066" y="1905318"/>
            <a:ext cx="4276130" cy="933767"/>
          </a:xfrm>
        </p:spPr>
        <p:txBody>
          <a:bodyPr rtlCol="0" anchor="b"/>
          <a:lstStyle>
            <a:lvl1pPr marL="0" indent="0">
              <a:buNone/>
              <a:defRPr sz="2640" b="1"/>
            </a:lvl1pPr>
            <a:lvl2pPr marL="502920" indent="0">
              <a:buNone/>
              <a:defRPr sz="2200" b="1"/>
            </a:lvl2pPr>
            <a:lvl3pPr marL="1005840" indent="0">
              <a:buNone/>
              <a:defRPr sz="1980" b="1"/>
            </a:lvl3pPr>
            <a:lvl4pPr marL="1508760" indent="0">
              <a:buNone/>
              <a:defRPr sz="1760" b="1"/>
            </a:lvl4pPr>
            <a:lvl5pPr marL="2011680" indent="0">
              <a:buNone/>
              <a:defRPr sz="1760" b="1"/>
            </a:lvl5pPr>
            <a:lvl6pPr marL="2514600" indent="0">
              <a:buNone/>
              <a:defRPr sz="1760" b="1"/>
            </a:lvl6pPr>
            <a:lvl7pPr marL="3017520" indent="0">
              <a:buNone/>
              <a:defRPr sz="1760" b="1"/>
            </a:lvl7pPr>
            <a:lvl8pPr marL="3520440" indent="0">
              <a:buNone/>
              <a:defRPr sz="1760" b="1"/>
            </a:lvl8pPr>
            <a:lvl9pPr marL="4023360" indent="0">
              <a:buNone/>
              <a:defRPr sz="1760" b="1"/>
            </a:lvl9pPr>
          </a:lstStyle>
          <a:p>
            <a:pPr lvl="0" rtl="0"/>
            <a:r>
              <a:rPr lang="fr-FR" noProof="0"/>
              <a:t>Modifiez les styles du texte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 hasCustomPrompt="1"/>
          </p:nvPr>
        </p:nvSpPr>
        <p:spPr>
          <a:xfrm>
            <a:off x="5092066" y="2839085"/>
            <a:ext cx="4276130" cy="4175866"/>
          </a:xfrm>
        </p:spPr>
        <p:txBody>
          <a:bodyPr rtlCol="0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FBE0BD5-227D-48C2-8EA8-3E193DC9355F}" type="datetime1">
              <a:rPr lang="fr-FR" noProof="0" smtClean="0"/>
              <a:t>27/03/2026</a:t>
            </a:fld>
            <a:endParaRPr lang="fr-FR" noProof="0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8CA68E8-15B1-4CD6-AB92-917A6907BE05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36631580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uniqu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3AF5417-96E0-437A-90F1-DB890DEBC48E}" type="datetime1">
              <a:rPr lang="fr-FR" noProof="0" smtClean="0"/>
              <a:t>27/03/2026</a:t>
            </a:fld>
            <a:endParaRPr lang="fr-FR" noProof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8F63A3B-78C7-47BE-AE5E-E10140E04643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8949021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FE7E334-9CD1-4E6C-9FE1-1702758B1B9E}" type="datetime1">
              <a:rPr lang="fr-FR" noProof="0" smtClean="0"/>
              <a:t>27/03/2026</a:t>
            </a:fld>
            <a:endParaRPr lang="fr-FR" noProof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8CA68E8-15B1-4CD6-AB92-917A6907BE05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5543559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92825" y="518160"/>
            <a:ext cx="3244096" cy="1813560"/>
          </a:xfrm>
        </p:spPr>
        <p:txBody>
          <a:bodyPr rtlCol="0" anchor="b"/>
          <a:lstStyle>
            <a:lvl1pPr>
              <a:defRPr sz="3520"/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>
          <a:xfrm>
            <a:off x="4276130" y="1119083"/>
            <a:ext cx="5092065" cy="5523442"/>
          </a:xfrm>
        </p:spPr>
        <p:txBody>
          <a:bodyPr rtlCol="0"/>
          <a:lstStyle>
            <a:lvl1pPr>
              <a:defRPr sz="3520"/>
            </a:lvl1pPr>
            <a:lvl2pPr>
              <a:defRPr sz="3080"/>
            </a:lvl2pPr>
            <a:lvl3pPr>
              <a:defRPr sz="264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692825" y="2331720"/>
            <a:ext cx="3244096" cy="4319800"/>
          </a:xfrm>
        </p:spPr>
        <p:txBody>
          <a:bodyPr rtlCol="0"/>
          <a:lstStyle>
            <a:lvl1pPr marL="0" indent="0">
              <a:buNone/>
              <a:defRPr sz="1760"/>
            </a:lvl1pPr>
            <a:lvl2pPr marL="502920" indent="0">
              <a:buNone/>
              <a:defRPr sz="1540"/>
            </a:lvl2pPr>
            <a:lvl3pPr marL="1005840" indent="0">
              <a:buNone/>
              <a:defRPr sz="1320"/>
            </a:lvl3pPr>
            <a:lvl4pPr marL="1508760" indent="0">
              <a:buNone/>
              <a:defRPr sz="1100"/>
            </a:lvl4pPr>
            <a:lvl5pPr marL="2011680" indent="0">
              <a:buNone/>
              <a:defRPr sz="1100"/>
            </a:lvl5pPr>
            <a:lvl6pPr marL="2514600" indent="0">
              <a:buNone/>
              <a:defRPr sz="1100"/>
            </a:lvl6pPr>
            <a:lvl7pPr marL="3017520" indent="0">
              <a:buNone/>
              <a:defRPr sz="1100"/>
            </a:lvl7pPr>
            <a:lvl8pPr marL="3520440" indent="0">
              <a:buNone/>
              <a:defRPr sz="1100"/>
            </a:lvl8pPr>
            <a:lvl9pPr marL="4023360" indent="0">
              <a:buNone/>
              <a:defRPr sz="1100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A27000C-E59C-442D-A911-86F45445007F}" type="datetime1">
              <a:rPr lang="fr-FR" noProof="0" smtClean="0"/>
              <a:t>27/03/2026</a:t>
            </a:fld>
            <a:endParaRPr lang="fr-FR" noProof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8CA68E8-15B1-4CD6-AB92-917A6907BE05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9939267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92825" y="518160"/>
            <a:ext cx="3244096" cy="1813560"/>
          </a:xfrm>
        </p:spPr>
        <p:txBody>
          <a:bodyPr rtlCol="0" anchor="b"/>
          <a:lstStyle>
            <a:lvl1pPr>
              <a:defRPr sz="3520"/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’image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4276130" y="1119083"/>
            <a:ext cx="5092065" cy="5523442"/>
          </a:xfrm>
        </p:spPr>
        <p:txBody>
          <a:bodyPr rtlCol="0" anchor="t"/>
          <a:lstStyle>
            <a:lvl1pPr marL="0" indent="0">
              <a:buNone/>
              <a:defRPr sz="3520"/>
            </a:lvl1pPr>
            <a:lvl2pPr marL="502920" indent="0">
              <a:buNone/>
              <a:defRPr sz="3080"/>
            </a:lvl2pPr>
            <a:lvl3pPr marL="1005840" indent="0">
              <a:buNone/>
              <a:defRPr sz="2640"/>
            </a:lvl3pPr>
            <a:lvl4pPr marL="1508760" indent="0">
              <a:buNone/>
              <a:defRPr sz="2200"/>
            </a:lvl4pPr>
            <a:lvl5pPr marL="2011680" indent="0">
              <a:buNone/>
              <a:defRPr sz="2200"/>
            </a:lvl5pPr>
            <a:lvl6pPr marL="2514600" indent="0">
              <a:buNone/>
              <a:defRPr sz="2200"/>
            </a:lvl6pPr>
            <a:lvl7pPr marL="3017520" indent="0">
              <a:buNone/>
              <a:defRPr sz="2200"/>
            </a:lvl7pPr>
            <a:lvl8pPr marL="3520440" indent="0">
              <a:buNone/>
              <a:defRPr sz="2200"/>
            </a:lvl8pPr>
            <a:lvl9pPr marL="4023360" indent="0">
              <a:buNone/>
              <a:defRPr sz="2200"/>
            </a:lvl9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692825" y="2331720"/>
            <a:ext cx="3244096" cy="4319800"/>
          </a:xfrm>
        </p:spPr>
        <p:txBody>
          <a:bodyPr rtlCol="0"/>
          <a:lstStyle>
            <a:lvl1pPr marL="0" indent="0">
              <a:buNone/>
              <a:defRPr sz="1760"/>
            </a:lvl1pPr>
            <a:lvl2pPr marL="502920" indent="0">
              <a:buNone/>
              <a:defRPr sz="1540"/>
            </a:lvl2pPr>
            <a:lvl3pPr marL="1005840" indent="0">
              <a:buNone/>
              <a:defRPr sz="1320"/>
            </a:lvl3pPr>
            <a:lvl4pPr marL="1508760" indent="0">
              <a:buNone/>
              <a:defRPr sz="1100"/>
            </a:lvl4pPr>
            <a:lvl5pPr marL="2011680" indent="0">
              <a:buNone/>
              <a:defRPr sz="1100"/>
            </a:lvl5pPr>
            <a:lvl6pPr marL="2514600" indent="0">
              <a:buNone/>
              <a:defRPr sz="1100"/>
            </a:lvl6pPr>
            <a:lvl7pPr marL="3017520" indent="0">
              <a:buNone/>
              <a:defRPr sz="1100"/>
            </a:lvl7pPr>
            <a:lvl8pPr marL="3520440" indent="0">
              <a:buNone/>
              <a:defRPr sz="1100"/>
            </a:lvl8pPr>
            <a:lvl9pPr marL="4023360" indent="0">
              <a:buNone/>
              <a:defRPr sz="1100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6B5ACB0-94FA-4B5F-A457-86DBF670920D}" type="datetime1">
              <a:rPr lang="fr-FR" noProof="0" smtClean="0"/>
              <a:t>27/03/2026</a:t>
            </a:fld>
            <a:endParaRPr lang="fr-FR" noProof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8CA68E8-15B1-4CD6-AB92-917A6907BE05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14973386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 rtlCol="0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3CB76A4-A9D6-413A-83BF-D38E2C67C745}" type="datetime1">
              <a:rPr lang="fr-FR" noProof="0" smtClean="0"/>
              <a:t>27/03/2026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8CA68E8-15B1-4CD6-AB92-917A6907BE05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35710322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 1"/>
          <p:cNvSpPr>
            <a:spLocks noGrp="1"/>
          </p:cNvSpPr>
          <p:nvPr>
            <p:ph type="title" orient="vert"/>
          </p:nvPr>
        </p:nvSpPr>
        <p:spPr>
          <a:xfrm>
            <a:off x="7198043" y="413808"/>
            <a:ext cx="2168843" cy="6586750"/>
          </a:xfrm>
        </p:spPr>
        <p:txBody>
          <a:bodyPr vert="eaVert" rtlCol="0"/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 hasCustomPrompt="1"/>
          </p:nvPr>
        </p:nvSpPr>
        <p:spPr>
          <a:xfrm>
            <a:off x="691515" y="413808"/>
            <a:ext cx="6380798" cy="6586750"/>
          </a:xfrm>
        </p:spPr>
        <p:txBody>
          <a:bodyPr vert="eaVert" rtlCol="0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9A70B4B-9E86-47CE-AF49-50B0082CD86E}" type="datetime1">
              <a:rPr lang="fr-FR" noProof="0" smtClean="0"/>
              <a:t>27/03/2026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8CA68E8-15B1-4CD6-AB92-917A6907BE05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6824267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de titre_Orange_Intégr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4">
            <a:extLst>
              <a:ext uri="{FF2B5EF4-FFF2-40B4-BE49-F238E27FC236}">
                <a16:creationId xmlns:a16="http://schemas.microsoft.com/office/drawing/2014/main" id="{E22DB55A-D262-4089-A5E9-0A41B6D748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2"/>
            <a:ext cx="10058400" cy="7772398"/>
          </a:xfrm>
          <a:prstGeom prst="rect">
            <a:avLst/>
          </a:prstGeom>
          <a:solidFill>
            <a:srgbClr val="D83B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0890" tIns="35448" rIns="70890" bIns="3544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fr-FR" sz="1393" noProof="0"/>
          </a:p>
        </p:txBody>
      </p:sp>
      <p:sp>
        <p:nvSpPr>
          <p:cNvPr id="10" name="Titre 1">
            <a:extLst>
              <a:ext uri="{FF2B5EF4-FFF2-40B4-BE49-F238E27FC236}">
                <a16:creationId xmlns:a16="http://schemas.microsoft.com/office/drawing/2014/main" id="{B48F9D15-F2BD-4876-97CA-C3227C5F57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4589" y="1272011"/>
            <a:ext cx="4344184" cy="2705947"/>
          </a:xfrm>
        </p:spPr>
        <p:txBody>
          <a:bodyPr rtlCol="0" anchor="b">
            <a:normAutofit/>
          </a:bodyPr>
          <a:lstStyle>
            <a:lvl1pPr algn="l">
              <a:defRPr lang="en-US" sz="3300" b="1" kern="1200" spc="-17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11" name="Sous-titre 2">
            <a:extLst>
              <a:ext uri="{FF2B5EF4-FFF2-40B4-BE49-F238E27FC236}">
                <a16:creationId xmlns:a16="http://schemas.microsoft.com/office/drawing/2014/main" id="{0C86B30E-69E2-470A-A4A5-5938C070A9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4589" y="4082310"/>
            <a:ext cx="4344184" cy="1876530"/>
          </a:xfrm>
        </p:spPr>
        <p:txBody>
          <a:bodyPr rtlCol="0">
            <a:normAutofit/>
          </a:bodyPr>
          <a:lstStyle>
            <a:lvl1pPr marL="0" indent="0" algn="l">
              <a:buNone/>
              <a:defRPr sz="15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518136" indent="0" algn="ctr">
              <a:buNone/>
              <a:defRPr sz="2267"/>
            </a:lvl2pPr>
            <a:lvl3pPr marL="1036271" indent="0" algn="ctr">
              <a:buNone/>
              <a:defRPr sz="2040"/>
            </a:lvl3pPr>
            <a:lvl4pPr marL="1554407" indent="0" algn="ctr">
              <a:buNone/>
              <a:defRPr sz="1813"/>
            </a:lvl4pPr>
            <a:lvl5pPr marL="2072543" indent="0" algn="ctr">
              <a:buNone/>
              <a:defRPr sz="1813"/>
            </a:lvl5pPr>
            <a:lvl6pPr marL="2590678" indent="0" algn="ctr">
              <a:buNone/>
              <a:defRPr sz="1813"/>
            </a:lvl6pPr>
            <a:lvl7pPr marL="3108814" indent="0" algn="ctr">
              <a:buNone/>
              <a:defRPr sz="1813"/>
            </a:lvl7pPr>
            <a:lvl8pPr marL="3626950" indent="0" algn="ctr">
              <a:buNone/>
              <a:defRPr sz="1813"/>
            </a:lvl8pPr>
            <a:lvl9pPr marL="4145086" indent="0" algn="ctr">
              <a:buNone/>
              <a:defRPr sz="1813"/>
            </a:lvl9pPr>
          </a:lstStyle>
          <a:p>
            <a:pPr rtl="0"/>
            <a:r>
              <a:rPr lang="fr-FR" noProof="0"/>
              <a:t>Modifiez le style des sous-titres du masque</a:t>
            </a:r>
          </a:p>
        </p:txBody>
      </p:sp>
      <p:pic>
        <p:nvPicPr>
          <p:cNvPr id="12" name="Image 11" descr="Logo Microsoft">
            <a:extLst>
              <a:ext uri="{FF2B5EF4-FFF2-40B4-BE49-F238E27FC236}">
                <a16:creationId xmlns:a16="http://schemas.microsoft.com/office/drawing/2014/main" id="{F5C055E0-0361-410A-B6BC-CC4D3CF1C93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84350" y="238243"/>
            <a:ext cx="1244850" cy="265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97432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de titre_Orange_Parti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4">
            <a:extLst>
              <a:ext uri="{FF2B5EF4-FFF2-40B4-BE49-F238E27FC236}">
                <a16:creationId xmlns:a16="http://schemas.microsoft.com/office/drawing/2014/main" id="{E22DB55A-D262-4089-A5E9-0A41B6D748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2"/>
            <a:ext cx="10058400" cy="5709918"/>
          </a:xfrm>
          <a:prstGeom prst="rect">
            <a:avLst/>
          </a:prstGeom>
          <a:solidFill>
            <a:srgbClr val="D83B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0890" tIns="35448" rIns="70890" bIns="3544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fr-FR" sz="1393" noProof="0"/>
          </a:p>
        </p:txBody>
      </p:sp>
      <p:sp>
        <p:nvSpPr>
          <p:cNvPr id="10" name="Titre 1">
            <a:extLst>
              <a:ext uri="{FF2B5EF4-FFF2-40B4-BE49-F238E27FC236}">
                <a16:creationId xmlns:a16="http://schemas.microsoft.com/office/drawing/2014/main" id="{B48F9D15-F2BD-4876-97CA-C3227C5F57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4589" y="1272011"/>
            <a:ext cx="4344184" cy="2705947"/>
          </a:xfrm>
        </p:spPr>
        <p:txBody>
          <a:bodyPr rtlCol="0" anchor="b">
            <a:normAutofit/>
          </a:bodyPr>
          <a:lstStyle>
            <a:lvl1pPr algn="l">
              <a:defRPr lang="en-US" sz="3300" b="1" kern="1200" spc="-170">
                <a:solidFill>
                  <a:schemeClr val="bg1"/>
                </a:solidFill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defRPr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pic>
        <p:nvPicPr>
          <p:cNvPr id="12" name="Image 11" descr="Logo Microsoft">
            <a:extLst>
              <a:ext uri="{FF2B5EF4-FFF2-40B4-BE49-F238E27FC236}">
                <a16:creationId xmlns:a16="http://schemas.microsoft.com/office/drawing/2014/main" id="{F5C055E0-0361-410A-B6BC-CC4D3CF1C93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84350" y="238243"/>
            <a:ext cx="1244850" cy="265176"/>
          </a:xfrm>
          <a:prstGeom prst="rect">
            <a:avLst/>
          </a:prstGeom>
        </p:spPr>
      </p:pic>
      <p:sp>
        <p:nvSpPr>
          <p:cNvPr id="6" name="Rectangle 5" descr="Arrière-plan gris">
            <a:extLst>
              <a:ext uri="{FF2B5EF4-FFF2-40B4-BE49-F238E27FC236}">
                <a16:creationId xmlns:a16="http://schemas.microsoft.com/office/drawing/2014/main" id="{154ABA70-2B19-4CA2-A2FE-3BCF25249449}"/>
              </a:ext>
            </a:extLst>
          </p:cNvPr>
          <p:cNvSpPr/>
          <p:nvPr userDrawn="1"/>
        </p:nvSpPr>
        <p:spPr>
          <a:xfrm>
            <a:off x="0" y="5709920"/>
            <a:ext cx="10058400" cy="206248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sz="2040" noProof="0"/>
          </a:p>
        </p:txBody>
      </p:sp>
      <p:sp>
        <p:nvSpPr>
          <p:cNvPr id="13" name="Espace réservé du texte 2">
            <a:extLst>
              <a:ext uri="{FF2B5EF4-FFF2-40B4-BE49-F238E27FC236}">
                <a16:creationId xmlns:a16="http://schemas.microsoft.com/office/drawing/2014/main" id="{C2573364-6380-4C9D-9A75-BFF3B4A74F1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49225" y="5838825"/>
            <a:ext cx="9732963" cy="514350"/>
          </a:xfrm>
        </p:spPr>
        <p:txBody>
          <a:bodyPr rtlCol="0">
            <a:normAutofit/>
          </a:bodyPr>
          <a:lstStyle>
            <a:lvl1pPr marL="0" indent="0">
              <a:buNone/>
              <a:defRPr sz="2400"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 marL="502920" indent="0">
              <a:buNone/>
              <a:defRPr/>
            </a:lvl2pPr>
          </a:lstStyle>
          <a:p>
            <a:pPr lvl="0" rtl="0"/>
            <a:r>
              <a:rPr lang="fr-FR" noProof="0"/>
              <a:t>Modifiez les styles du texte</a:t>
            </a:r>
          </a:p>
        </p:txBody>
      </p:sp>
    </p:spTree>
    <p:extLst>
      <p:ext uri="{BB962C8B-B14F-4D97-AF65-F5344CB8AC3E}">
        <p14:creationId xmlns:p14="http://schemas.microsoft.com/office/powerpoint/2010/main" val="23743975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de titre_Orange_Partiel_blan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4">
            <a:extLst>
              <a:ext uri="{FF2B5EF4-FFF2-40B4-BE49-F238E27FC236}">
                <a16:creationId xmlns:a16="http://schemas.microsoft.com/office/drawing/2014/main" id="{E22DB55A-D262-4089-A5E9-0A41B6D748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2"/>
            <a:ext cx="10058400" cy="5709918"/>
          </a:xfrm>
          <a:prstGeom prst="rect">
            <a:avLst/>
          </a:prstGeom>
          <a:solidFill>
            <a:srgbClr val="D83B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0890" tIns="35448" rIns="70890" bIns="3544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fr-FR" sz="1393" noProof="0"/>
          </a:p>
        </p:txBody>
      </p:sp>
      <p:sp>
        <p:nvSpPr>
          <p:cNvPr id="10" name="Titre 1">
            <a:extLst>
              <a:ext uri="{FF2B5EF4-FFF2-40B4-BE49-F238E27FC236}">
                <a16:creationId xmlns:a16="http://schemas.microsoft.com/office/drawing/2014/main" id="{B48F9D15-F2BD-4876-97CA-C3227C5F57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4589" y="1272011"/>
            <a:ext cx="4344184" cy="2705947"/>
          </a:xfrm>
        </p:spPr>
        <p:txBody>
          <a:bodyPr rtlCol="0" anchor="b">
            <a:normAutofit/>
          </a:bodyPr>
          <a:lstStyle>
            <a:lvl1pPr algn="l">
              <a:defRPr lang="en-US" sz="3300" b="1" kern="1200" spc="-170">
                <a:solidFill>
                  <a:schemeClr val="bg1"/>
                </a:solidFill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defRPr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pic>
        <p:nvPicPr>
          <p:cNvPr id="12" name="Image 11" descr="Logo Microsoft">
            <a:extLst>
              <a:ext uri="{FF2B5EF4-FFF2-40B4-BE49-F238E27FC236}">
                <a16:creationId xmlns:a16="http://schemas.microsoft.com/office/drawing/2014/main" id="{F5C055E0-0361-410A-B6BC-CC4D3CF1C93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84350" y="238243"/>
            <a:ext cx="1244850" cy="265176"/>
          </a:xfrm>
          <a:prstGeom prst="rect">
            <a:avLst/>
          </a:prstGeom>
        </p:spPr>
      </p:pic>
      <p:sp>
        <p:nvSpPr>
          <p:cNvPr id="13" name="Espace réservé du texte 2">
            <a:extLst>
              <a:ext uri="{FF2B5EF4-FFF2-40B4-BE49-F238E27FC236}">
                <a16:creationId xmlns:a16="http://schemas.microsoft.com/office/drawing/2014/main" id="{C2573364-6380-4C9D-9A75-BFF3B4A74F1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49225" y="5838825"/>
            <a:ext cx="9732963" cy="514350"/>
          </a:xfrm>
        </p:spPr>
        <p:txBody>
          <a:bodyPr rtlCol="0">
            <a:normAutofit/>
          </a:bodyPr>
          <a:lstStyle>
            <a:lvl1pPr marL="0" indent="0">
              <a:buNone/>
              <a:defRPr sz="2400"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 marL="502920" indent="0">
              <a:buNone/>
              <a:defRPr/>
            </a:lvl2pPr>
          </a:lstStyle>
          <a:p>
            <a:pPr lvl="0" rtl="0"/>
            <a:r>
              <a:rPr lang="fr-FR" noProof="0"/>
              <a:t>Modifiez les styles du texte</a:t>
            </a:r>
          </a:p>
        </p:txBody>
      </p:sp>
    </p:spTree>
    <p:extLst>
      <p:ext uri="{BB962C8B-B14F-4D97-AF65-F5344CB8AC3E}">
        <p14:creationId xmlns:p14="http://schemas.microsoft.com/office/powerpoint/2010/main" val="403153650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de titre_Orange_F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4">
            <a:extLst>
              <a:ext uri="{FF2B5EF4-FFF2-40B4-BE49-F238E27FC236}">
                <a16:creationId xmlns:a16="http://schemas.microsoft.com/office/drawing/2014/main" id="{131D55CF-85BE-4498-A27F-EA9F268D17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2"/>
            <a:ext cx="10058400" cy="3453136"/>
          </a:xfrm>
          <a:prstGeom prst="rect">
            <a:avLst/>
          </a:prstGeom>
          <a:solidFill>
            <a:srgbClr val="D83B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2550" tIns="31277" rIns="62550" bIns="3127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fr-FR" sz="1229" noProof="0"/>
          </a:p>
        </p:txBody>
      </p:sp>
      <p:sp>
        <p:nvSpPr>
          <p:cNvPr id="10" name="Titre 1">
            <a:extLst>
              <a:ext uri="{FF2B5EF4-FFF2-40B4-BE49-F238E27FC236}">
                <a16:creationId xmlns:a16="http://schemas.microsoft.com/office/drawing/2014/main" id="{B48F9D15-F2BD-4876-97CA-C3227C5F57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4589" y="1272012"/>
            <a:ext cx="4344184" cy="1538922"/>
          </a:xfrm>
        </p:spPr>
        <p:txBody>
          <a:bodyPr rtlCol="0" anchor="b">
            <a:normAutofit/>
          </a:bodyPr>
          <a:lstStyle>
            <a:lvl1pPr algn="l">
              <a:defRPr lang="en-US" sz="3300" b="1" kern="1200" spc="-170">
                <a:solidFill>
                  <a:schemeClr val="bg1"/>
                </a:solidFill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defRPr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pic>
        <p:nvPicPr>
          <p:cNvPr id="12" name="Image 11" descr="Logo Microsoft">
            <a:extLst>
              <a:ext uri="{FF2B5EF4-FFF2-40B4-BE49-F238E27FC236}">
                <a16:creationId xmlns:a16="http://schemas.microsoft.com/office/drawing/2014/main" id="{F5C055E0-0361-410A-B6BC-CC4D3CF1C93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84350" y="238243"/>
            <a:ext cx="1244850" cy="265176"/>
          </a:xfrm>
          <a:prstGeom prst="rect">
            <a:avLst/>
          </a:prstGeom>
        </p:spPr>
      </p:pic>
      <p:sp>
        <p:nvSpPr>
          <p:cNvPr id="6" name="Rectangle 5" descr="Arrière-plan gris">
            <a:extLst>
              <a:ext uri="{FF2B5EF4-FFF2-40B4-BE49-F238E27FC236}">
                <a16:creationId xmlns:a16="http://schemas.microsoft.com/office/drawing/2014/main" id="{154ABA70-2B19-4CA2-A2FE-3BCF25249449}"/>
              </a:ext>
            </a:extLst>
          </p:cNvPr>
          <p:cNvSpPr/>
          <p:nvPr userDrawn="1"/>
        </p:nvSpPr>
        <p:spPr>
          <a:xfrm>
            <a:off x="0" y="3453138"/>
            <a:ext cx="10058400" cy="4319262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sz="2040" noProof="0"/>
          </a:p>
        </p:txBody>
      </p:sp>
      <p:sp>
        <p:nvSpPr>
          <p:cNvPr id="13" name="Espace réservé du texte 2">
            <a:extLst>
              <a:ext uri="{FF2B5EF4-FFF2-40B4-BE49-F238E27FC236}">
                <a16:creationId xmlns:a16="http://schemas.microsoft.com/office/drawing/2014/main" id="{C2573364-6380-4C9D-9A75-BFF3B4A74F1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49225" y="3691379"/>
            <a:ext cx="9732963" cy="514350"/>
          </a:xfrm>
        </p:spPr>
        <p:txBody>
          <a:bodyPr rtlCol="0">
            <a:normAutofit/>
          </a:bodyPr>
          <a:lstStyle>
            <a:lvl1pPr marL="0" indent="0">
              <a:buNone/>
              <a:defRPr sz="2400"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 marL="502920" indent="0">
              <a:buNone/>
              <a:defRPr/>
            </a:lvl2pPr>
          </a:lstStyle>
          <a:p>
            <a:pPr lvl="0" rtl="0"/>
            <a:r>
              <a:rPr lang="fr-FR" noProof="0"/>
              <a:t>Modifiez les styles du texte</a:t>
            </a:r>
          </a:p>
        </p:txBody>
      </p:sp>
    </p:spTree>
    <p:extLst>
      <p:ext uri="{BB962C8B-B14F-4D97-AF65-F5344CB8AC3E}">
        <p14:creationId xmlns:p14="http://schemas.microsoft.com/office/powerpoint/2010/main" val="295950619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de titre_Orange_Fin_blan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4">
            <a:extLst>
              <a:ext uri="{FF2B5EF4-FFF2-40B4-BE49-F238E27FC236}">
                <a16:creationId xmlns:a16="http://schemas.microsoft.com/office/drawing/2014/main" id="{131D55CF-85BE-4498-A27F-EA9F268D17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2"/>
            <a:ext cx="10058400" cy="3453136"/>
          </a:xfrm>
          <a:prstGeom prst="rect">
            <a:avLst/>
          </a:prstGeom>
          <a:solidFill>
            <a:srgbClr val="D83B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2550" tIns="31277" rIns="62550" bIns="3127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fr-FR" sz="1229" noProof="0"/>
          </a:p>
        </p:txBody>
      </p:sp>
      <p:sp>
        <p:nvSpPr>
          <p:cNvPr id="10" name="Titre 1">
            <a:extLst>
              <a:ext uri="{FF2B5EF4-FFF2-40B4-BE49-F238E27FC236}">
                <a16:creationId xmlns:a16="http://schemas.microsoft.com/office/drawing/2014/main" id="{B48F9D15-F2BD-4876-97CA-C3227C5F57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4589" y="1272012"/>
            <a:ext cx="4344184" cy="1538922"/>
          </a:xfrm>
        </p:spPr>
        <p:txBody>
          <a:bodyPr rtlCol="0" anchor="b">
            <a:normAutofit/>
          </a:bodyPr>
          <a:lstStyle>
            <a:lvl1pPr algn="l">
              <a:defRPr lang="en-US" sz="3300" b="1" kern="1200" spc="-170">
                <a:solidFill>
                  <a:schemeClr val="bg1"/>
                </a:solidFill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defRPr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pic>
        <p:nvPicPr>
          <p:cNvPr id="12" name="Image 11" descr="Logo Microsoft">
            <a:extLst>
              <a:ext uri="{FF2B5EF4-FFF2-40B4-BE49-F238E27FC236}">
                <a16:creationId xmlns:a16="http://schemas.microsoft.com/office/drawing/2014/main" id="{F5C055E0-0361-410A-B6BC-CC4D3CF1C93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84350" y="238243"/>
            <a:ext cx="1244850" cy="265176"/>
          </a:xfrm>
          <a:prstGeom prst="rect">
            <a:avLst/>
          </a:prstGeom>
        </p:spPr>
      </p:pic>
      <p:sp>
        <p:nvSpPr>
          <p:cNvPr id="13" name="Espace réservé du texte 2">
            <a:extLst>
              <a:ext uri="{FF2B5EF4-FFF2-40B4-BE49-F238E27FC236}">
                <a16:creationId xmlns:a16="http://schemas.microsoft.com/office/drawing/2014/main" id="{C2573364-6380-4C9D-9A75-BFF3B4A74F1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49225" y="3691379"/>
            <a:ext cx="9732963" cy="514350"/>
          </a:xfrm>
        </p:spPr>
        <p:txBody>
          <a:bodyPr rtlCol="0">
            <a:normAutofit/>
          </a:bodyPr>
          <a:lstStyle>
            <a:lvl1pPr marL="0" indent="0">
              <a:buNone/>
              <a:defRPr sz="2400"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 marL="502920" indent="0">
              <a:buNone/>
              <a:defRPr/>
            </a:lvl2pPr>
          </a:lstStyle>
          <a:p>
            <a:pPr lvl="0" rtl="0"/>
            <a:r>
              <a:rPr lang="fr-FR" noProof="0"/>
              <a:t>Modifiez les styles du texte</a:t>
            </a:r>
          </a:p>
        </p:txBody>
      </p:sp>
    </p:spTree>
    <p:extLst>
      <p:ext uri="{BB962C8B-B14F-4D97-AF65-F5344CB8AC3E}">
        <p14:creationId xmlns:p14="http://schemas.microsoft.com/office/powerpoint/2010/main" val="220027131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reEtTexte_EnTêteRou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 descr="Arrière-plan bleu">
            <a:extLst>
              <a:ext uri="{FF2B5EF4-FFF2-40B4-BE49-F238E27FC236}">
                <a16:creationId xmlns:a16="http://schemas.microsoft.com/office/drawing/2014/main" id="{5D66759F-426F-4A06-A6EF-E3E4ED965DAC}"/>
              </a:ext>
            </a:extLst>
          </p:cNvPr>
          <p:cNvSpPr/>
          <p:nvPr userDrawn="1"/>
        </p:nvSpPr>
        <p:spPr>
          <a:xfrm>
            <a:off x="0" y="1"/>
            <a:ext cx="10058400" cy="92102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sz="2040" noProof="0">
              <a:solidFill>
                <a:srgbClr val="0078D4"/>
              </a:solidFill>
            </a:endParaRPr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CD667C9B-0EAE-4344-8E25-813F368E0E1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4224" y="1985616"/>
            <a:ext cx="2198965" cy="2250758"/>
          </a:xfrm>
        </p:spPr>
        <p:txBody>
          <a:bodyPr rtlCol="0">
            <a:normAutofit/>
          </a:bodyPr>
          <a:lstStyle>
            <a:lvl1pPr marL="0" indent="0" algn="l" defTabSz="1036271" rtl="0" eaLnBrk="1" latinLnBrk="0" hangingPunct="1">
              <a:buNone/>
              <a:defRPr lang="en-US" sz="1500" kern="1200" dirty="0" smtClean="0">
                <a:solidFill>
                  <a:schemeClr val="tx1"/>
                </a:solidFill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defRPr>
            </a:lvl1pPr>
            <a:lvl2pPr marL="0" indent="0" algn="l" defTabSz="1036271" rtl="0" eaLnBrk="1" latinLnBrk="0" hangingPunct="1">
              <a:buNone/>
              <a:defRPr lang="en-US" sz="1587" kern="1200" dirty="0" smtClean="0">
                <a:solidFill>
                  <a:schemeClr val="tx1"/>
                </a:solidFill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defRPr>
            </a:lvl2pPr>
            <a:lvl3pPr marL="0" indent="0" algn="l" defTabSz="1036271" rtl="0" eaLnBrk="1" latinLnBrk="0" hangingPunct="1">
              <a:buNone/>
              <a:defRPr lang="en-US" sz="1587" kern="1200" dirty="0" smtClean="0">
                <a:solidFill>
                  <a:schemeClr val="tx1"/>
                </a:solidFill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defRPr>
            </a:lvl3pPr>
            <a:lvl4pPr marL="0" indent="0" algn="l" defTabSz="1036271" rtl="0" eaLnBrk="1" latinLnBrk="0" hangingPunct="1">
              <a:buNone/>
              <a:defRPr lang="en-US" sz="1587" kern="1200" dirty="0" smtClean="0">
                <a:solidFill>
                  <a:schemeClr val="tx1"/>
                </a:solidFill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defRPr>
            </a:lvl4pPr>
            <a:lvl5pPr marL="0" indent="0" algn="l" defTabSz="1036271" rtl="0" eaLnBrk="1" latinLnBrk="0" hangingPunct="1">
              <a:buNone/>
              <a:defRPr lang="en-US" sz="1587" kern="1200" dirty="0">
                <a:solidFill>
                  <a:schemeClr val="tx1"/>
                </a:solidFill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defRPr>
            </a:lvl5pPr>
          </a:lstStyle>
          <a:p>
            <a:pPr lvl="0" rtl="0"/>
            <a:r>
              <a:rPr lang="fr-FR" noProof="0"/>
              <a:t>Modifiez les styles du texte</a:t>
            </a:r>
          </a:p>
        </p:txBody>
      </p:sp>
      <p:sp>
        <p:nvSpPr>
          <p:cNvPr id="11" name="Titre 1">
            <a:extLst>
              <a:ext uri="{FF2B5EF4-FFF2-40B4-BE49-F238E27FC236}">
                <a16:creationId xmlns:a16="http://schemas.microsoft.com/office/drawing/2014/main" id="{27224633-DAF6-42FB-AB35-295D49072F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223" y="178248"/>
            <a:ext cx="8675370" cy="547956"/>
          </a:xfrm>
        </p:spPr>
        <p:txBody>
          <a:bodyPr rtlCol="0"/>
          <a:lstStyle>
            <a:lvl1pPr>
              <a:defRPr lang="en-US" sz="2400" kern="1200" smtClean="0">
                <a:solidFill>
                  <a:schemeClr val="bg1"/>
                </a:solidFill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defRPr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de titre_Bleu_Intégr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 descr="Arrière-plan bleu">
            <a:extLst>
              <a:ext uri="{FF2B5EF4-FFF2-40B4-BE49-F238E27FC236}">
                <a16:creationId xmlns:a16="http://schemas.microsoft.com/office/drawing/2014/main" id="{EA59F1ED-0E67-4FB1-8686-7C6FEB4C3E46}"/>
              </a:ext>
            </a:extLst>
          </p:cNvPr>
          <p:cNvSpPr/>
          <p:nvPr userDrawn="1"/>
        </p:nvSpPr>
        <p:spPr>
          <a:xfrm>
            <a:off x="0" y="1"/>
            <a:ext cx="10058400" cy="7772402"/>
          </a:xfrm>
          <a:prstGeom prst="rect">
            <a:avLst/>
          </a:prstGeom>
          <a:solidFill>
            <a:srgbClr val="0078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sz="2040" noProof="0">
              <a:solidFill>
                <a:srgbClr val="0078D4"/>
              </a:solidFill>
            </a:endParaRPr>
          </a:p>
        </p:txBody>
      </p:sp>
      <p:sp>
        <p:nvSpPr>
          <p:cNvPr id="10" name="Titre 1">
            <a:extLst>
              <a:ext uri="{FF2B5EF4-FFF2-40B4-BE49-F238E27FC236}">
                <a16:creationId xmlns:a16="http://schemas.microsoft.com/office/drawing/2014/main" id="{B48F9D15-F2BD-4876-97CA-C3227C5F57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4589" y="1272011"/>
            <a:ext cx="4344184" cy="2705947"/>
          </a:xfrm>
        </p:spPr>
        <p:txBody>
          <a:bodyPr rtlCol="0" anchor="b">
            <a:normAutofit/>
          </a:bodyPr>
          <a:lstStyle>
            <a:lvl1pPr algn="l">
              <a:defRPr lang="en-US" sz="3300" b="1" kern="1200" spc="-17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11" name="Sous-titre 2">
            <a:extLst>
              <a:ext uri="{FF2B5EF4-FFF2-40B4-BE49-F238E27FC236}">
                <a16:creationId xmlns:a16="http://schemas.microsoft.com/office/drawing/2014/main" id="{0C86B30E-69E2-470A-A4A5-5938C070A9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4589" y="4082310"/>
            <a:ext cx="4344184" cy="1876530"/>
          </a:xfrm>
        </p:spPr>
        <p:txBody>
          <a:bodyPr rtlCol="0">
            <a:normAutofit/>
          </a:bodyPr>
          <a:lstStyle>
            <a:lvl1pPr marL="0" indent="0" algn="l">
              <a:buNone/>
              <a:defRPr sz="1500">
                <a:solidFill>
                  <a:schemeClr val="bg1"/>
                </a:solidFill>
                <a:latin typeface="+mn-lt"/>
              </a:defRPr>
            </a:lvl1pPr>
            <a:lvl2pPr marL="518136" indent="0" algn="ctr">
              <a:buNone/>
              <a:defRPr sz="2267"/>
            </a:lvl2pPr>
            <a:lvl3pPr marL="1036271" indent="0" algn="ctr">
              <a:buNone/>
              <a:defRPr sz="2040"/>
            </a:lvl3pPr>
            <a:lvl4pPr marL="1554407" indent="0" algn="ctr">
              <a:buNone/>
              <a:defRPr sz="1813"/>
            </a:lvl4pPr>
            <a:lvl5pPr marL="2072543" indent="0" algn="ctr">
              <a:buNone/>
              <a:defRPr sz="1813"/>
            </a:lvl5pPr>
            <a:lvl6pPr marL="2590678" indent="0" algn="ctr">
              <a:buNone/>
              <a:defRPr sz="1813"/>
            </a:lvl6pPr>
            <a:lvl7pPr marL="3108814" indent="0" algn="ctr">
              <a:buNone/>
              <a:defRPr sz="1813"/>
            </a:lvl7pPr>
            <a:lvl8pPr marL="3626950" indent="0" algn="ctr">
              <a:buNone/>
              <a:defRPr sz="1813"/>
            </a:lvl8pPr>
            <a:lvl9pPr marL="4145086" indent="0" algn="ctr">
              <a:buNone/>
              <a:defRPr sz="1813"/>
            </a:lvl9pPr>
          </a:lstStyle>
          <a:p>
            <a:pPr rtl="0"/>
            <a:r>
              <a:rPr lang="fr-FR" noProof="0"/>
              <a:t>Modifiez le style des sous-titres du masque</a:t>
            </a:r>
          </a:p>
        </p:txBody>
      </p:sp>
      <p:pic>
        <p:nvPicPr>
          <p:cNvPr id="12" name="Image 11" descr="Logo Microsoft">
            <a:extLst>
              <a:ext uri="{FF2B5EF4-FFF2-40B4-BE49-F238E27FC236}">
                <a16:creationId xmlns:a16="http://schemas.microsoft.com/office/drawing/2014/main" id="{F5C055E0-0361-410A-B6BC-CC4D3CF1C93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84350" y="238243"/>
            <a:ext cx="1244850" cy="265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047763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e de titre_Orange_Parti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4" descr="Arrière-plan bleu">
            <a:extLst>
              <a:ext uri="{FF2B5EF4-FFF2-40B4-BE49-F238E27FC236}">
                <a16:creationId xmlns:a16="http://schemas.microsoft.com/office/drawing/2014/main" id="{09A1E4C2-8F8F-402F-B390-8975A435B0A1}"/>
              </a:ext>
            </a:extLst>
          </p:cNvPr>
          <p:cNvSpPr/>
          <p:nvPr userDrawn="1"/>
        </p:nvSpPr>
        <p:spPr>
          <a:xfrm>
            <a:off x="0" y="1"/>
            <a:ext cx="10058400" cy="5709919"/>
          </a:xfrm>
          <a:prstGeom prst="rect">
            <a:avLst/>
          </a:prstGeom>
          <a:solidFill>
            <a:srgbClr val="0078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sz="2040" noProof="0">
              <a:solidFill>
                <a:srgbClr val="0078D4"/>
              </a:solidFill>
            </a:endParaRPr>
          </a:p>
        </p:txBody>
      </p:sp>
      <p:sp>
        <p:nvSpPr>
          <p:cNvPr id="10" name="Titre 1">
            <a:extLst>
              <a:ext uri="{FF2B5EF4-FFF2-40B4-BE49-F238E27FC236}">
                <a16:creationId xmlns:a16="http://schemas.microsoft.com/office/drawing/2014/main" id="{B48F9D15-F2BD-4876-97CA-C3227C5F57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4589" y="1272011"/>
            <a:ext cx="4344184" cy="2705947"/>
          </a:xfrm>
        </p:spPr>
        <p:txBody>
          <a:bodyPr rtlCol="0" anchor="b">
            <a:normAutofit/>
          </a:bodyPr>
          <a:lstStyle>
            <a:lvl1pPr algn="l">
              <a:defRPr lang="en-US" sz="3300" b="1" kern="1200" spc="-170">
                <a:solidFill>
                  <a:schemeClr val="bg1"/>
                </a:solidFill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defRPr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pic>
        <p:nvPicPr>
          <p:cNvPr id="12" name="Image 11" descr="Logo Microsoft">
            <a:extLst>
              <a:ext uri="{FF2B5EF4-FFF2-40B4-BE49-F238E27FC236}">
                <a16:creationId xmlns:a16="http://schemas.microsoft.com/office/drawing/2014/main" id="{F5C055E0-0361-410A-B6BC-CC4D3CF1C93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84350" y="238243"/>
            <a:ext cx="1244850" cy="265176"/>
          </a:xfrm>
          <a:prstGeom prst="rect">
            <a:avLst/>
          </a:prstGeom>
        </p:spPr>
      </p:pic>
      <p:sp>
        <p:nvSpPr>
          <p:cNvPr id="6" name="Rectangle 5" descr="Arrière-plan gris">
            <a:extLst>
              <a:ext uri="{FF2B5EF4-FFF2-40B4-BE49-F238E27FC236}">
                <a16:creationId xmlns:a16="http://schemas.microsoft.com/office/drawing/2014/main" id="{154ABA70-2B19-4CA2-A2FE-3BCF25249449}"/>
              </a:ext>
            </a:extLst>
          </p:cNvPr>
          <p:cNvSpPr/>
          <p:nvPr userDrawn="1"/>
        </p:nvSpPr>
        <p:spPr>
          <a:xfrm>
            <a:off x="0" y="5709920"/>
            <a:ext cx="10058400" cy="206248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sz="2040" noProof="0"/>
          </a:p>
        </p:txBody>
      </p:sp>
      <p:sp>
        <p:nvSpPr>
          <p:cNvPr id="11" name="Espace réservé du texte 2">
            <a:extLst>
              <a:ext uri="{FF2B5EF4-FFF2-40B4-BE49-F238E27FC236}">
                <a16:creationId xmlns:a16="http://schemas.microsoft.com/office/drawing/2014/main" id="{5A9CB415-1D11-4549-9DF1-E5AF0E31E5D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49225" y="5838825"/>
            <a:ext cx="9732963" cy="514350"/>
          </a:xfrm>
        </p:spPr>
        <p:txBody>
          <a:bodyPr rtlCol="0">
            <a:normAutofit/>
          </a:bodyPr>
          <a:lstStyle>
            <a:lvl1pPr marL="0" indent="0">
              <a:buNone/>
              <a:defRPr sz="2400"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 marL="502920" indent="0">
              <a:buNone/>
              <a:defRPr/>
            </a:lvl2pPr>
          </a:lstStyle>
          <a:p>
            <a:pPr lvl="0" rtl="0"/>
            <a:r>
              <a:rPr lang="fr-FR" noProof="0"/>
              <a:t>Modifiez les styles du texte</a:t>
            </a:r>
          </a:p>
        </p:txBody>
      </p:sp>
    </p:spTree>
    <p:extLst>
      <p:ext uri="{BB962C8B-B14F-4D97-AF65-F5344CB8AC3E}">
        <p14:creationId xmlns:p14="http://schemas.microsoft.com/office/powerpoint/2010/main" val="268046549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de titre_Bleu_Partiel_blan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 descr="Arrière-plan bleu">
            <a:extLst>
              <a:ext uri="{FF2B5EF4-FFF2-40B4-BE49-F238E27FC236}">
                <a16:creationId xmlns:a16="http://schemas.microsoft.com/office/drawing/2014/main" id="{00DAB062-0693-41B1-A715-5C9232A2FB22}"/>
              </a:ext>
            </a:extLst>
          </p:cNvPr>
          <p:cNvSpPr/>
          <p:nvPr userDrawn="1"/>
        </p:nvSpPr>
        <p:spPr>
          <a:xfrm>
            <a:off x="0" y="1"/>
            <a:ext cx="10058400" cy="5709919"/>
          </a:xfrm>
          <a:prstGeom prst="rect">
            <a:avLst/>
          </a:prstGeom>
          <a:solidFill>
            <a:srgbClr val="0078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sz="2040" noProof="0">
              <a:solidFill>
                <a:srgbClr val="0078D4"/>
              </a:solidFill>
            </a:endParaRPr>
          </a:p>
        </p:txBody>
      </p:sp>
      <p:sp>
        <p:nvSpPr>
          <p:cNvPr id="10" name="Titre 1">
            <a:extLst>
              <a:ext uri="{FF2B5EF4-FFF2-40B4-BE49-F238E27FC236}">
                <a16:creationId xmlns:a16="http://schemas.microsoft.com/office/drawing/2014/main" id="{B48F9D15-F2BD-4876-97CA-C3227C5F57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4589" y="1272011"/>
            <a:ext cx="4344184" cy="2705947"/>
          </a:xfrm>
        </p:spPr>
        <p:txBody>
          <a:bodyPr rtlCol="0" anchor="b">
            <a:normAutofit/>
          </a:bodyPr>
          <a:lstStyle>
            <a:lvl1pPr algn="l">
              <a:defRPr lang="en-US" sz="3300" b="1" kern="1200" spc="-170">
                <a:solidFill>
                  <a:schemeClr val="bg1"/>
                </a:solidFill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defRPr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pic>
        <p:nvPicPr>
          <p:cNvPr id="12" name="Image 11" descr="Logo Microsoft">
            <a:extLst>
              <a:ext uri="{FF2B5EF4-FFF2-40B4-BE49-F238E27FC236}">
                <a16:creationId xmlns:a16="http://schemas.microsoft.com/office/drawing/2014/main" id="{F5C055E0-0361-410A-B6BC-CC4D3CF1C93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84350" y="238243"/>
            <a:ext cx="1244850" cy="265176"/>
          </a:xfrm>
          <a:prstGeom prst="rect">
            <a:avLst/>
          </a:prstGeom>
        </p:spPr>
      </p:pic>
      <p:sp>
        <p:nvSpPr>
          <p:cNvPr id="13" name="Espace réservé du texte 2">
            <a:extLst>
              <a:ext uri="{FF2B5EF4-FFF2-40B4-BE49-F238E27FC236}">
                <a16:creationId xmlns:a16="http://schemas.microsoft.com/office/drawing/2014/main" id="{C2573364-6380-4C9D-9A75-BFF3B4A74F1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49225" y="5838825"/>
            <a:ext cx="9732963" cy="514350"/>
          </a:xfrm>
        </p:spPr>
        <p:txBody>
          <a:bodyPr rtlCol="0">
            <a:normAutofit/>
          </a:bodyPr>
          <a:lstStyle>
            <a:lvl1pPr marL="0" indent="0">
              <a:buNone/>
              <a:defRPr sz="2400"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 marL="502920" indent="0">
              <a:buNone/>
              <a:defRPr/>
            </a:lvl2pPr>
          </a:lstStyle>
          <a:p>
            <a:pPr lvl="0" rtl="0"/>
            <a:r>
              <a:rPr lang="fr-FR" noProof="0"/>
              <a:t>Modifiez les styles du texte</a:t>
            </a:r>
          </a:p>
        </p:txBody>
      </p:sp>
    </p:spTree>
    <p:extLst>
      <p:ext uri="{BB962C8B-B14F-4D97-AF65-F5344CB8AC3E}">
        <p14:creationId xmlns:p14="http://schemas.microsoft.com/office/powerpoint/2010/main" val="230452445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de titre_Bleu_F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4">
            <a:extLst>
              <a:ext uri="{FF2B5EF4-FFF2-40B4-BE49-F238E27FC236}">
                <a16:creationId xmlns:a16="http://schemas.microsoft.com/office/drawing/2014/main" id="{131D55CF-85BE-4498-A27F-EA9F268D17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2"/>
            <a:ext cx="10058400" cy="345313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2550" tIns="31277" rIns="62550" bIns="3127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fr-FR" sz="1229" noProof="0"/>
          </a:p>
        </p:txBody>
      </p:sp>
      <p:sp>
        <p:nvSpPr>
          <p:cNvPr id="10" name="Titre 1">
            <a:extLst>
              <a:ext uri="{FF2B5EF4-FFF2-40B4-BE49-F238E27FC236}">
                <a16:creationId xmlns:a16="http://schemas.microsoft.com/office/drawing/2014/main" id="{B48F9D15-F2BD-4876-97CA-C3227C5F57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4589" y="1272012"/>
            <a:ext cx="4344184" cy="1538922"/>
          </a:xfrm>
        </p:spPr>
        <p:txBody>
          <a:bodyPr rtlCol="0" anchor="b">
            <a:normAutofit/>
          </a:bodyPr>
          <a:lstStyle>
            <a:lvl1pPr algn="l">
              <a:defRPr lang="en-US" sz="3300" b="1" kern="1200" spc="-170">
                <a:solidFill>
                  <a:schemeClr val="bg1"/>
                </a:solidFill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defRPr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pic>
        <p:nvPicPr>
          <p:cNvPr id="12" name="Image 11" descr="Logo Microsoft">
            <a:extLst>
              <a:ext uri="{FF2B5EF4-FFF2-40B4-BE49-F238E27FC236}">
                <a16:creationId xmlns:a16="http://schemas.microsoft.com/office/drawing/2014/main" id="{F5C055E0-0361-410A-B6BC-CC4D3CF1C93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84350" y="238243"/>
            <a:ext cx="1244850" cy="265176"/>
          </a:xfrm>
          <a:prstGeom prst="rect">
            <a:avLst/>
          </a:prstGeom>
        </p:spPr>
      </p:pic>
      <p:sp>
        <p:nvSpPr>
          <p:cNvPr id="6" name="Rectangle 5" descr="Arrière-plan gris">
            <a:extLst>
              <a:ext uri="{FF2B5EF4-FFF2-40B4-BE49-F238E27FC236}">
                <a16:creationId xmlns:a16="http://schemas.microsoft.com/office/drawing/2014/main" id="{154ABA70-2B19-4CA2-A2FE-3BCF25249449}"/>
              </a:ext>
            </a:extLst>
          </p:cNvPr>
          <p:cNvSpPr/>
          <p:nvPr userDrawn="1"/>
        </p:nvSpPr>
        <p:spPr>
          <a:xfrm>
            <a:off x="0" y="3453138"/>
            <a:ext cx="10058400" cy="4319262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sz="2040" noProof="0"/>
          </a:p>
        </p:txBody>
      </p:sp>
      <p:sp>
        <p:nvSpPr>
          <p:cNvPr id="13" name="Espace réservé du texte 2">
            <a:extLst>
              <a:ext uri="{FF2B5EF4-FFF2-40B4-BE49-F238E27FC236}">
                <a16:creationId xmlns:a16="http://schemas.microsoft.com/office/drawing/2014/main" id="{C2573364-6380-4C9D-9A75-BFF3B4A74F1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49225" y="3691379"/>
            <a:ext cx="9732963" cy="514350"/>
          </a:xfrm>
        </p:spPr>
        <p:txBody>
          <a:bodyPr rtlCol="0">
            <a:normAutofit/>
          </a:bodyPr>
          <a:lstStyle>
            <a:lvl1pPr marL="0" indent="0">
              <a:buNone/>
              <a:defRPr sz="2400"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 marL="502920" indent="0">
              <a:buNone/>
              <a:defRPr/>
            </a:lvl2pPr>
          </a:lstStyle>
          <a:p>
            <a:pPr lvl="0" rtl="0"/>
            <a:r>
              <a:rPr lang="fr-FR" noProof="0"/>
              <a:t>Modifiez les styles du texte</a:t>
            </a:r>
          </a:p>
        </p:txBody>
      </p:sp>
    </p:spTree>
    <p:extLst>
      <p:ext uri="{BB962C8B-B14F-4D97-AF65-F5344CB8AC3E}">
        <p14:creationId xmlns:p14="http://schemas.microsoft.com/office/powerpoint/2010/main" val="340706269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de titre_Bleu_Fin_blan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4">
            <a:extLst>
              <a:ext uri="{FF2B5EF4-FFF2-40B4-BE49-F238E27FC236}">
                <a16:creationId xmlns:a16="http://schemas.microsoft.com/office/drawing/2014/main" id="{131D55CF-85BE-4498-A27F-EA9F268D17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2"/>
            <a:ext cx="10058400" cy="345313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2550" tIns="31277" rIns="62550" bIns="3127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fr-FR" sz="1229" noProof="0"/>
          </a:p>
        </p:txBody>
      </p:sp>
      <p:sp>
        <p:nvSpPr>
          <p:cNvPr id="10" name="Titre 1">
            <a:extLst>
              <a:ext uri="{FF2B5EF4-FFF2-40B4-BE49-F238E27FC236}">
                <a16:creationId xmlns:a16="http://schemas.microsoft.com/office/drawing/2014/main" id="{B48F9D15-F2BD-4876-97CA-C3227C5F57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4589" y="1272012"/>
            <a:ext cx="4344184" cy="1538922"/>
          </a:xfrm>
        </p:spPr>
        <p:txBody>
          <a:bodyPr rtlCol="0" anchor="b">
            <a:normAutofit/>
          </a:bodyPr>
          <a:lstStyle>
            <a:lvl1pPr algn="l">
              <a:defRPr lang="en-US" sz="3300" b="1" kern="1200" spc="-170">
                <a:solidFill>
                  <a:schemeClr val="bg1"/>
                </a:solidFill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defRPr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pic>
        <p:nvPicPr>
          <p:cNvPr id="12" name="Image 11" descr="Logo Microsoft">
            <a:extLst>
              <a:ext uri="{FF2B5EF4-FFF2-40B4-BE49-F238E27FC236}">
                <a16:creationId xmlns:a16="http://schemas.microsoft.com/office/drawing/2014/main" id="{F5C055E0-0361-410A-B6BC-CC4D3CF1C93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84350" y="238243"/>
            <a:ext cx="1244850" cy="265176"/>
          </a:xfrm>
          <a:prstGeom prst="rect">
            <a:avLst/>
          </a:prstGeom>
        </p:spPr>
      </p:pic>
      <p:sp>
        <p:nvSpPr>
          <p:cNvPr id="13" name="Espace réservé du texte 2">
            <a:extLst>
              <a:ext uri="{FF2B5EF4-FFF2-40B4-BE49-F238E27FC236}">
                <a16:creationId xmlns:a16="http://schemas.microsoft.com/office/drawing/2014/main" id="{C2573364-6380-4C9D-9A75-BFF3B4A74F1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49225" y="3691379"/>
            <a:ext cx="9732963" cy="514350"/>
          </a:xfrm>
        </p:spPr>
        <p:txBody>
          <a:bodyPr rtlCol="0">
            <a:normAutofit/>
          </a:bodyPr>
          <a:lstStyle>
            <a:lvl1pPr marL="0" indent="0">
              <a:buNone/>
              <a:defRPr sz="2400"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 marL="502920" indent="0">
              <a:buNone/>
              <a:defRPr/>
            </a:lvl2pPr>
          </a:lstStyle>
          <a:p>
            <a:pPr lvl="0" rtl="0"/>
            <a:r>
              <a:rPr lang="fr-FR" noProof="0"/>
              <a:t>Modifiez les styles du texte</a:t>
            </a:r>
          </a:p>
        </p:txBody>
      </p:sp>
    </p:spTree>
    <p:extLst>
      <p:ext uri="{BB962C8B-B14F-4D97-AF65-F5344CB8AC3E}">
        <p14:creationId xmlns:p14="http://schemas.microsoft.com/office/powerpoint/2010/main" val="263412312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EtTexte_Blan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CD667C9B-0EAE-4344-8E25-813F368E0E1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4224" y="1985616"/>
            <a:ext cx="2198965" cy="2250758"/>
          </a:xfrm>
        </p:spPr>
        <p:txBody>
          <a:bodyPr rtlCol="0">
            <a:normAutofit/>
          </a:bodyPr>
          <a:lstStyle>
            <a:lvl1pPr marL="0" indent="0" algn="l" defTabSz="1036271" rtl="0" eaLnBrk="1" latinLnBrk="0" hangingPunct="1">
              <a:buNone/>
              <a:defRPr lang="en-US" sz="1500" kern="1200" dirty="0" smtClean="0">
                <a:solidFill>
                  <a:schemeClr val="tx1"/>
                </a:solidFill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defRPr>
            </a:lvl1pPr>
            <a:lvl2pPr marL="0" indent="0" algn="l" defTabSz="1036271" rtl="0" eaLnBrk="1" latinLnBrk="0" hangingPunct="1">
              <a:buNone/>
              <a:defRPr lang="en-US" sz="1587" kern="1200" dirty="0" smtClean="0">
                <a:solidFill>
                  <a:schemeClr val="tx1"/>
                </a:solidFill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defRPr>
            </a:lvl2pPr>
            <a:lvl3pPr marL="0" indent="0" algn="l" defTabSz="1036271" rtl="0" eaLnBrk="1" latinLnBrk="0" hangingPunct="1">
              <a:buNone/>
              <a:defRPr lang="en-US" sz="1587" kern="1200" dirty="0" smtClean="0">
                <a:solidFill>
                  <a:schemeClr val="tx1"/>
                </a:solidFill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defRPr>
            </a:lvl3pPr>
            <a:lvl4pPr marL="0" indent="0" algn="l" defTabSz="1036271" rtl="0" eaLnBrk="1" latinLnBrk="0" hangingPunct="1">
              <a:buNone/>
              <a:defRPr lang="en-US" sz="1587" kern="1200" dirty="0" smtClean="0">
                <a:solidFill>
                  <a:schemeClr val="tx1"/>
                </a:solidFill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defRPr>
            </a:lvl4pPr>
            <a:lvl5pPr marL="0" indent="0" algn="l" defTabSz="1036271" rtl="0" eaLnBrk="1" latinLnBrk="0" hangingPunct="1">
              <a:buNone/>
              <a:defRPr lang="en-US" sz="1587" kern="1200" dirty="0">
                <a:solidFill>
                  <a:schemeClr val="tx1"/>
                </a:solidFill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defRPr>
            </a:lvl5pPr>
          </a:lstStyle>
          <a:p>
            <a:pPr lvl="0" rtl="0"/>
            <a:r>
              <a:rPr lang="fr-FR" noProof="0"/>
              <a:t>Modifiez les styles du texte</a:t>
            </a:r>
          </a:p>
        </p:txBody>
      </p:sp>
      <p:sp>
        <p:nvSpPr>
          <p:cNvPr id="11" name="Titre 1">
            <a:extLst>
              <a:ext uri="{FF2B5EF4-FFF2-40B4-BE49-F238E27FC236}">
                <a16:creationId xmlns:a16="http://schemas.microsoft.com/office/drawing/2014/main" id="{27224633-DAF6-42FB-AB35-295D49072F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223" y="178248"/>
            <a:ext cx="8675370" cy="547956"/>
          </a:xfrm>
        </p:spPr>
        <p:txBody>
          <a:bodyPr rtlCol="0"/>
          <a:lstStyle>
            <a:lvl1pPr>
              <a:defRPr lang="en-US" sz="2400" kern="1200" smtClean="0">
                <a:solidFill>
                  <a:schemeClr val="tx1"/>
                </a:solidFill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defRPr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362513026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reEtTexte_EnTêteBle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 descr="Arrière-plan bleu">
            <a:extLst>
              <a:ext uri="{FF2B5EF4-FFF2-40B4-BE49-F238E27FC236}">
                <a16:creationId xmlns:a16="http://schemas.microsoft.com/office/drawing/2014/main" id="{5D66759F-426F-4A06-A6EF-E3E4ED965DAC}"/>
              </a:ext>
            </a:extLst>
          </p:cNvPr>
          <p:cNvSpPr/>
          <p:nvPr userDrawn="1"/>
        </p:nvSpPr>
        <p:spPr>
          <a:xfrm>
            <a:off x="0" y="1"/>
            <a:ext cx="10058400" cy="921026"/>
          </a:xfrm>
          <a:prstGeom prst="rect">
            <a:avLst/>
          </a:prstGeom>
          <a:solidFill>
            <a:srgbClr val="0078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sz="2040" noProof="0">
              <a:solidFill>
                <a:srgbClr val="0078D4"/>
              </a:solidFill>
            </a:endParaRPr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CD667C9B-0EAE-4344-8E25-813F368E0E1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4224" y="1985616"/>
            <a:ext cx="2198965" cy="2250758"/>
          </a:xfrm>
        </p:spPr>
        <p:txBody>
          <a:bodyPr rtlCol="0">
            <a:normAutofit/>
          </a:bodyPr>
          <a:lstStyle>
            <a:lvl1pPr marL="0" indent="0" algn="l" defTabSz="1036271" rtl="0" eaLnBrk="1" latinLnBrk="0" hangingPunct="1">
              <a:buNone/>
              <a:defRPr lang="en-US" sz="1500" kern="1200" dirty="0" smtClean="0">
                <a:solidFill>
                  <a:schemeClr val="tx1"/>
                </a:solidFill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defRPr>
            </a:lvl1pPr>
            <a:lvl2pPr marL="0" indent="0" algn="l" defTabSz="1036271" rtl="0" eaLnBrk="1" latinLnBrk="0" hangingPunct="1">
              <a:buNone/>
              <a:defRPr lang="en-US" sz="1587" kern="1200" dirty="0" smtClean="0">
                <a:solidFill>
                  <a:schemeClr val="tx1"/>
                </a:solidFill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defRPr>
            </a:lvl2pPr>
            <a:lvl3pPr marL="0" indent="0" algn="l" defTabSz="1036271" rtl="0" eaLnBrk="1" latinLnBrk="0" hangingPunct="1">
              <a:buNone/>
              <a:defRPr lang="en-US" sz="1587" kern="1200" dirty="0" smtClean="0">
                <a:solidFill>
                  <a:schemeClr val="tx1"/>
                </a:solidFill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defRPr>
            </a:lvl3pPr>
            <a:lvl4pPr marL="0" indent="0" algn="l" defTabSz="1036271" rtl="0" eaLnBrk="1" latinLnBrk="0" hangingPunct="1">
              <a:buNone/>
              <a:defRPr lang="en-US" sz="1587" kern="1200" dirty="0" smtClean="0">
                <a:solidFill>
                  <a:schemeClr val="tx1"/>
                </a:solidFill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defRPr>
            </a:lvl4pPr>
            <a:lvl5pPr marL="0" indent="0" algn="l" defTabSz="1036271" rtl="0" eaLnBrk="1" latinLnBrk="0" hangingPunct="1">
              <a:buNone/>
              <a:defRPr lang="en-US" sz="1587" kern="1200" dirty="0">
                <a:solidFill>
                  <a:schemeClr val="tx1"/>
                </a:solidFill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defRPr>
            </a:lvl5pPr>
          </a:lstStyle>
          <a:p>
            <a:pPr lvl="0" rtl="0"/>
            <a:r>
              <a:rPr lang="fr-FR" noProof="0"/>
              <a:t>Modifiez les styles du texte</a:t>
            </a:r>
          </a:p>
        </p:txBody>
      </p:sp>
      <p:sp>
        <p:nvSpPr>
          <p:cNvPr id="11" name="Titre 1">
            <a:extLst>
              <a:ext uri="{FF2B5EF4-FFF2-40B4-BE49-F238E27FC236}">
                <a16:creationId xmlns:a16="http://schemas.microsoft.com/office/drawing/2014/main" id="{27224633-DAF6-42FB-AB35-295D49072F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223" y="178248"/>
            <a:ext cx="8675370" cy="547956"/>
          </a:xfrm>
        </p:spPr>
        <p:txBody>
          <a:bodyPr rtlCol="0"/>
          <a:lstStyle>
            <a:lvl1pPr>
              <a:defRPr lang="en-US" sz="2400" kern="1200" smtClean="0">
                <a:solidFill>
                  <a:schemeClr val="bg1"/>
                </a:solidFill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defRPr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254126755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_Blan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95237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EtTexte_Gr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 descr="Arrière-plan gris">
            <a:extLst>
              <a:ext uri="{FF2B5EF4-FFF2-40B4-BE49-F238E27FC236}">
                <a16:creationId xmlns:a16="http://schemas.microsoft.com/office/drawing/2014/main" id="{B752476B-B4B6-47A6-BCA0-34A980AC4C00}"/>
              </a:ext>
            </a:extLst>
          </p:cNvPr>
          <p:cNvSpPr/>
          <p:nvPr userDrawn="1"/>
        </p:nvSpPr>
        <p:spPr>
          <a:xfrm>
            <a:off x="0" y="0"/>
            <a:ext cx="10058400" cy="77724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sz="2040" noProof="0" dirty="0"/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CD667C9B-0EAE-4344-8E25-813F368E0E1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4224" y="1985616"/>
            <a:ext cx="2198965" cy="2250758"/>
          </a:xfrm>
        </p:spPr>
        <p:txBody>
          <a:bodyPr rtlCol="0">
            <a:normAutofit/>
          </a:bodyPr>
          <a:lstStyle>
            <a:lvl1pPr marL="0" indent="0" algn="l" defTabSz="1036271" rtl="0" eaLnBrk="1" latinLnBrk="0" hangingPunct="1">
              <a:buNone/>
              <a:defRPr lang="en-US" sz="1500" kern="1200" dirty="0" smtClean="0">
                <a:solidFill>
                  <a:schemeClr val="tx1"/>
                </a:solidFill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defRPr>
            </a:lvl1pPr>
            <a:lvl2pPr marL="0" indent="0" algn="l" defTabSz="1036271" rtl="0" eaLnBrk="1" latinLnBrk="0" hangingPunct="1">
              <a:buNone/>
              <a:defRPr lang="en-US" sz="1587" kern="1200" dirty="0" smtClean="0">
                <a:solidFill>
                  <a:schemeClr val="tx1"/>
                </a:solidFill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defRPr>
            </a:lvl2pPr>
            <a:lvl3pPr marL="0" indent="0" algn="l" defTabSz="1036271" rtl="0" eaLnBrk="1" latinLnBrk="0" hangingPunct="1">
              <a:buNone/>
              <a:defRPr lang="en-US" sz="1587" kern="1200" dirty="0" smtClean="0">
                <a:solidFill>
                  <a:schemeClr val="tx1"/>
                </a:solidFill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defRPr>
            </a:lvl3pPr>
            <a:lvl4pPr marL="0" indent="0" algn="l" defTabSz="1036271" rtl="0" eaLnBrk="1" latinLnBrk="0" hangingPunct="1">
              <a:buNone/>
              <a:defRPr lang="en-US" sz="1587" kern="1200" dirty="0" smtClean="0">
                <a:solidFill>
                  <a:schemeClr val="tx1"/>
                </a:solidFill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defRPr>
            </a:lvl4pPr>
            <a:lvl5pPr marL="0" indent="0" algn="l" defTabSz="1036271" rtl="0" eaLnBrk="1" latinLnBrk="0" hangingPunct="1">
              <a:buNone/>
              <a:defRPr lang="en-US" sz="1587" kern="1200" dirty="0">
                <a:solidFill>
                  <a:schemeClr val="tx1"/>
                </a:solidFill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defRPr>
            </a:lvl5pPr>
          </a:lstStyle>
          <a:p>
            <a:pPr lvl="0" rtl="0"/>
            <a:r>
              <a:rPr lang="fr-FR" noProof="0"/>
              <a:t>Modifiez les styles du texte</a:t>
            </a:r>
          </a:p>
        </p:txBody>
      </p:sp>
      <p:sp>
        <p:nvSpPr>
          <p:cNvPr id="11" name="Titre 1">
            <a:extLst>
              <a:ext uri="{FF2B5EF4-FFF2-40B4-BE49-F238E27FC236}">
                <a16:creationId xmlns:a16="http://schemas.microsoft.com/office/drawing/2014/main" id="{27224633-DAF6-42FB-AB35-295D49072F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223" y="178248"/>
            <a:ext cx="8675370" cy="547956"/>
          </a:xfrm>
        </p:spPr>
        <p:txBody>
          <a:bodyPr rtlCol="0">
            <a:normAutofit/>
          </a:bodyPr>
          <a:lstStyle>
            <a:lvl1pPr>
              <a:defRPr lang="en-US" sz="2400" kern="1200" smtClean="0">
                <a:solidFill>
                  <a:schemeClr val="tx1"/>
                </a:solidFill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defRPr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151283644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_Gr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 descr="Arrière-plan gris">
            <a:extLst>
              <a:ext uri="{FF2B5EF4-FFF2-40B4-BE49-F238E27FC236}">
                <a16:creationId xmlns:a16="http://schemas.microsoft.com/office/drawing/2014/main" id="{B752476B-B4B6-47A6-BCA0-34A980AC4C00}"/>
              </a:ext>
            </a:extLst>
          </p:cNvPr>
          <p:cNvSpPr/>
          <p:nvPr userDrawn="1"/>
        </p:nvSpPr>
        <p:spPr>
          <a:xfrm>
            <a:off x="0" y="0"/>
            <a:ext cx="10058400" cy="77724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sz="2040" noProof="0" dirty="0"/>
          </a:p>
        </p:txBody>
      </p:sp>
    </p:spTree>
    <p:extLst>
      <p:ext uri="{BB962C8B-B14F-4D97-AF65-F5344CB8AC3E}">
        <p14:creationId xmlns:p14="http://schemas.microsoft.com/office/powerpoint/2010/main" val="113127381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ied de page_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>
            <a:extLst>
              <a:ext uri="{FF2B5EF4-FFF2-40B4-BE49-F238E27FC236}">
                <a16:creationId xmlns:a16="http://schemas.microsoft.com/office/drawing/2014/main" id="{D0575EC3-37ED-474F-952C-33F492FA8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56977"/>
            <a:ext cx="10058400" cy="1815423"/>
          </a:xfrm>
          <a:prstGeom prst="rect">
            <a:avLst/>
          </a:prstGeom>
          <a:solidFill>
            <a:srgbClr val="D83B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0890" tIns="35448" rIns="70890" bIns="3544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fr-FR" sz="1393" noProof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74FBACCF-E951-4C02-9E71-9FC5593299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223" y="178248"/>
            <a:ext cx="8675370" cy="547956"/>
          </a:xfrm>
        </p:spPr>
        <p:txBody>
          <a:bodyPr rtlCol="0">
            <a:normAutofit/>
          </a:bodyPr>
          <a:lstStyle>
            <a:lvl1pPr>
              <a:defRPr lang="en-US" sz="2400" kern="1200" smtClean="0">
                <a:solidFill>
                  <a:schemeClr val="tx1"/>
                </a:solidFill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defRPr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CD667C9B-0EAE-4344-8E25-813F368E0E1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4224" y="1985616"/>
            <a:ext cx="2198965" cy="2250758"/>
          </a:xfrm>
        </p:spPr>
        <p:txBody>
          <a:bodyPr rtlCol="0">
            <a:normAutofit/>
          </a:bodyPr>
          <a:lstStyle>
            <a:lvl1pPr marL="0" indent="0" algn="l" defTabSz="1036271" rtl="0" eaLnBrk="1" latinLnBrk="0" hangingPunct="1">
              <a:buNone/>
              <a:defRPr lang="en-US" sz="1500" kern="1200" dirty="0" smtClean="0">
                <a:solidFill>
                  <a:schemeClr val="tx1"/>
                </a:solidFill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defRPr>
            </a:lvl1pPr>
            <a:lvl2pPr marL="0" indent="0" algn="l" defTabSz="1036271" rtl="0" eaLnBrk="1" latinLnBrk="0" hangingPunct="1">
              <a:buNone/>
              <a:defRPr lang="en-US" sz="1587" kern="1200" dirty="0" smtClean="0">
                <a:solidFill>
                  <a:schemeClr val="tx1"/>
                </a:solidFill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defRPr>
            </a:lvl2pPr>
            <a:lvl3pPr marL="0" indent="0" algn="l" defTabSz="1036271" rtl="0" eaLnBrk="1" latinLnBrk="0" hangingPunct="1">
              <a:buNone/>
              <a:defRPr lang="en-US" sz="1587" kern="1200" dirty="0" smtClean="0">
                <a:solidFill>
                  <a:schemeClr val="tx1"/>
                </a:solidFill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defRPr>
            </a:lvl3pPr>
            <a:lvl4pPr marL="0" indent="0" algn="l" defTabSz="1036271" rtl="0" eaLnBrk="1" latinLnBrk="0" hangingPunct="1">
              <a:buNone/>
              <a:defRPr lang="en-US" sz="1587" kern="1200" dirty="0" smtClean="0">
                <a:solidFill>
                  <a:schemeClr val="tx1"/>
                </a:solidFill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defRPr>
            </a:lvl4pPr>
            <a:lvl5pPr marL="0" indent="0" algn="l" defTabSz="1036271" rtl="0" eaLnBrk="1" latinLnBrk="0" hangingPunct="1">
              <a:buNone/>
              <a:defRPr lang="en-US" sz="1587" kern="1200" dirty="0">
                <a:solidFill>
                  <a:schemeClr val="tx1"/>
                </a:solidFill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defRPr>
            </a:lvl5pPr>
          </a:lstStyle>
          <a:p>
            <a:pPr lvl="0" rtl="0"/>
            <a:r>
              <a:rPr lang="fr-FR" noProof="0"/>
              <a:t>Modifiez les styles du texte</a:t>
            </a:r>
          </a:p>
        </p:txBody>
      </p:sp>
      <p:sp>
        <p:nvSpPr>
          <p:cNvPr id="5" name="Espace réservé du texte 9">
            <a:extLst>
              <a:ext uri="{FF2B5EF4-FFF2-40B4-BE49-F238E27FC236}">
                <a16:creationId xmlns:a16="http://schemas.microsoft.com/office/drawing/2014/main" id="{12C267E0-1439-4524-86F9-99A6F5F5B3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54223" y="6207407"/>
            <a:ext cx="9766688" cy="523220"/>
          </a:xfrm>
        </p:spPr>
        <p:txBody>
          <a:bodyPr rtlCol="0">
            <a:normAutofit/>
          </a:bodyPr>
          <a:lstStyle>
            <a:lvl1pPr marL="0" indent="0" algn="l" defTabSz="1036271" rtl="0" eaLnBrk="1" latinLnBrk="0" hangingPunct="1">
              <a:buNone/>
              <a:defRPr lang="en-US" sz="2400" b="1" kern="1200" dirty="0">
                <a:solidFill>
                  <a:schemeClr val="bg1"/>
                </a:solidFill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defRPr>
            </a:lvl1pPr>
            <a:lvl2pPr marL="0" indent="0" algn="l" defTabSz="1036271" rtl="0" eaLnBrk="1" latinLnBrk="0" hangingPunct="1">
              <a:buNone/>
              <a:defRPr lang="en-US" sz="1587" kern="1200" dirty="0" smtClean="0">
                <a:solidFill>
                  <a:schemeClr val="tx1"/>
                </a:solidFill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defRPr>
            </a:lvl2pPr>
            <a:lvl3pPr marL="0" indent="0" algn="l" defTabSz="1036271" rtl="0" eaLnBrk="1" latinLnBrk="0" hangingPunct="1">
              <a:buNone/>
              <a:defRPr lang="en-US" sz="1587" kern="1200" dirty="0" smtClean="0">
                <a:solidFill>
                  <a:schemeClr val="tx1"/>
                </a:solidFill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defRPr>
            </a:lvl3pPr>
            <a:lvl4pPr marL="0" indent="0" algn="l" defTabSz="1036271" rtl="0" eaLnBrk="1" latinLnBrk="0" hangingPunct="1">
              <a:buNone/>
              <a:defRPr lang="en-US" sz="1587" kern="1200" dirty="0" smtClean="0">
                <a:solidFill>
                  <a:schemeClr val="tx1"/>
                </a:solidFill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defRPr>
            </a:lvl4pPr>
            <a:lvl5pPr marL="0" indent="0" algn="l" defTabSz="1036271" rtl="0" eaLnBrk="1" latinLnBrk="0" hangingPunct="1">
              <a:buNone/>
              <a:defRPr lang="en-US" sz="1587" kern="1200" dirty="0">
                <a:solidFill>
                  <a:schemeClr val="tx1"/>
                </a:solidFill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defRPr>
            </a:lvl5pPr>
          </a:lstStyle>
          <a:p>
            <a:pPr lvl="0" rtl="0"/>
            <a:r>
              <a:rPr lang="fr-FR" noProof="0"/>
              <a:t>Modifiez les styles du texte</a:t>
            </a:r>
          </a:p>
        </p:txBody>
      </p:sp>
      <p:sp>
        <p:nvSpPr>
          <p:cNvPr id="11" name="Espace réservé du texte 9">
            <a:extLst>
              <a:ext uri="{FF2B5EF4-FFF2-40B4-BE49-F238E27FC236}">
                <a16:creationId xmlns:a16="http://schemas.microsoft.com/office/drawing/2014/main" id="{0002AA37-4308-4C7F-854B-6C03D59DFEE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54223" y="6730626"/>
            <a:ext cx="9766688" cy="315570"/>
          </a:xfrm>
        </p:spPr>
        <p:txBody>
          <a:bodyPr rtlCol="0">
            <a:normAutofit/>
          </a:bodyPr>
          <a:lstStyle>
            <a:lvl1pPr marL="0" indent="0" algn="l" defTabSz="1036271" rtl="0" eaLnBrk="1" latinLnBrk="0" hangingPunct="1">
              <a:buNone/>
              <a:defRPr lang="en-US" sz="1500" kern="1200" dirty="0">
                <a:solidFill>
                  <a:schemeClr val="bg1"/>
                </a:solidFill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defRPr>
            </a:lvl1pPr>
            <a:lvl2pPr marL="0" indent="0" algn="l" defTabSz="1036271" rtl="0" eaLnBrk="1" latinLnBrk="0" hangingPunct="1">
              <a:buNone/>
              <a:defRPr lang="en-US" sz="1587" kern="1200" dirty="0" smtClean="0">
                <a:solidFill>
                  <a:schemeClr val="tx1"/>
                </a:solidFill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defRPr>
            </a:lvl2pPr>
            <a:lvl3pPr marL="0" indent="0" algn="l" defTabSz="1036271" rtl="0" eaLnBrk="1" latinLnBrk="0" hangingPunct="1">
              <a:buNone/>
              <a:defRPr lang="en-US" sz="1587" kern="1200" dirty="0" smtClean="0">
                <a:solidFill>
                  <a:schemeClr val="tx1"/>
                </a:solidFill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defRPr>
            </a:lvl3pPr>
            <a:lvl4pPr marL="0" indent="0" algn="l" defTabSz="1036271" rtl="0" eaLnBrk="1" latinLnBrk="0" hangingPunct="1">
              <a:buNone/>
              <a:defRPr lang="en-US" sz="1587" kern="1200" dirty="0" smtClean="0">
                <a:solidFill>
                  <a:schemeClr val="tx1"/>
                </a:solidFill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defRPr>
            </a:lvl4pPr>
            <a:lvl5pPr marL="0" indent="0" algn="l" defTabSz="1036271" rtl="0" eaLnBrk="1" latinLnBrk="0" hangingPunct="1">
              <a:buNone/>
              <a:defRPr lang="en-US" sz="1587" kern="1200" dirty="0">
                <a:solidFill>
                  <a:schemeClr val="tx1"/>
                </a:solidFill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defRPr>
            </a:lvl5pPr>
          </a:lstStyle>
          <a:p>
            <a:pPr lvl="0" rtl="0"/>
            <a:r>
              <a:rPr lang="fr-FR" noProof="0"/>
              <a:t>Modifiez les styles du texte</a:t>
            </a:r>
          </a:p>
        </p:txBody>
      </p:sp>
    </p:spTree>
    <p:extLst>
      <p:ext uri="{BB962C8B-B14F-4D97-AF65-F5344CB8AC3E}">
        <p14:creationId xmlns:p14="http://schemas.microsoft.com/office/powerpoint/2010/main" val="65301105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ed de page_Orange_Gr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 descr="Arrière-plan gris">
            <a:extLst>
              <a:ext uri="{FF2B5EF4-FFF2-40B4-BE49-F238E27FC236}">
                <a16:creationId xmlns:a16="http://schemas.microsoft.com/office/drawing/2014/main" id="{5960B2B9-0620-4736-BCFF-8598492AC273}"/>
              </a:ext>
            </a:extLst>
          </p:cNvPr>
          <p:cNvSpPr/>
          <p:nvPr userDrawn="1"/>
        </p:nvSpPr>
        <p:spPr>
          <a:xfrm>
            <a:off x="0" y="0"/>
            <a:ext cx="10058400" cy="5956976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sz="2040" noProof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0575EC3-37ED-474F-952C-33F492FA8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56977"/>
            <a:ext cx="10058400" cy="1815423"/>
          </a:xfrm>
          <a:prstGeom prst="rect">
            <a:avLst/>
          </a:prstGeom>
          <a:solidFill>
            <a:srgbClr val="D83B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0890" tIns="35448" rIns="70890" bIns="3544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fr-FR" sz="1393" noProof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74FBACCF-E951-4C02-9E71-9FC5593299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223" y="178248"/>
            <a:ext cx="8675370" cy="547956"/>
          </a:xfrm>
        </p:spPr>
        <p:txBody>
          <a:bodyPr rtlCol="0">
            <a:normAutofit/>
          </a:bodyPr>
          <a:lstStyle>
            <a:lvl1pPr>
              <a:defRPr lang="en-US" sz="2400" kern="1200" smtClean="0">
                <a:solidFill>
                  <a:schemeClr val="tx1"/>
                </a:solidFill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defRPr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CD667C9B-0EAE-4344-8E25-813F368E0E1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4224" y="1985616"/>
            <a:ext cx="2198965" cy="2250758"/>
          </a:xfrm>
        </p:spPr>
        <p:txBody>
          <a:bodyPr rtlCol="0">
            <a:normAutofit/>
          </a:bodyPr>
          <a:lstStyle>
            <a:lvl1pPr marL="0" indent="0" algn="l" defTabSz="1036271" rtl="0" eaLnBrk="1" latinLnBrk="0" hangingPunct="1">
              <a:buNone/>
              <a:defRPr lang="en-US" sz="1500" kern="1200" dirty="0" smtClean="0">
                <a:solidFill>
                  <a:schemeClr val="tx1"/>
                </a:solidFill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defRPr>
            </a:lvl1pPr>
            <a:lvl2pPr marL="0" indent="0" algn="l" defTabSz="1036271" rtl="0" eaLnBrk="1" latinLnBrk="0" hangingPunct="1">
              <a:buNone/>
              <a:defRPr lang="en-US" sz="1587" kern="1200" dirty="0" smtClean="0">
                <a:solidFill>
                  <a:schemeClr val="tx1"/>
                </a:solidFill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defRPr>
            </a:lvl2pPr>
            <a:lvl3pPr marL="0" indent="0" algn="l" defTabSz="1036271" rtl="0" eaLnBrk="1" latinLnBrk="0" hangingPunct="1">
              <a:buNone/>
              <a:defRPr lang="en-US" sz="1587" kern="1200" dirty="0" smtClean="0">
                <a:solidFill>
                  <a:schemeClr val="tx1"/>
                </a:solidFill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defRPr>
            </a:lvl3pPr>
            <a:lvl4pPr marL="0" indent="0" algn="l" defTabSz="1036271" rtl="0" eaLnBrk="1" latinLnBrk="0" hangingPunct="1">
              <a:buNone/>
              <a:defRPr lang="en-US" sz="1587" kern="1200" dirty="0" smtClean="0">
                <a:solidFill>
                  <a:schemeClr val="tx1"/>
                </a:solidFill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defRPr>
            </a:lvl4pPr>
            <a:lvl5pPr marL="0" indent="0" algn="l" defTabSz="1036271" rtl="0" eaLnBrk="1" latinLnBrk="0" hangingPunct="1">
              <a:buNone/>
              <a:defRPr lang="en-US" sz="1587" kern="1200" dirty="0">
                <a:solidFill>
                  <a:schemeClr val="tx1"/>
                </a:solidFill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defRPr>
            </a:lvl5pPr>
          </a:lstStyle>
          <a:p>
            <a:pPr lvl="0" rtl="0"/>
            <a:r>
              <a:rPr lang="fr-FR" noProof="0"/>
              <a:t>Modifiez les styles du texte</a:t>
            </a:r>
          </a:p>
        </p:txBody>
      </p:sp>
      <p:sp>
        <p:nvSpPr>
          <p:cNvPr id="5" name="Espace réservé du texte 9">
            <a:extLst>
              <a:ext uri="{FF2B5EF4-FFF2-40B4-BE49-F238E27FC236}">
                <a16:creationId xmlns:a16="http://schemas.microsoft.com/office/drawing/2014/main" id="{12C267E0-1439-4524-86F9-99A6F5F5B3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54223" y="6207407"/>
            <a:ext cx="9766688" cy="523220"/>
          </a:xfrm>
        </p:spPr>
        <p:txBody>
          <a:bodyPr rtlCol="0">
            <a:normAutofit/>
          </a:bodyPr>
          <a:lstStyle>
            <a:lvl1pPr marL="0" indent="0" algn="l" defTabSz="1036271" rtl="0" eaLnBrk="1" latinLnBrk="0" hangingPunct="1">
              <a:buNone/>
              <a:defRPr lang="en-US" sz="24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0" indent="0" algn="l" defTabSz="1036271" rtl="0" eaLnBrk="1" latinLnBrk="0" hangingPunct="1">
              <a:buNone/>
              <a:defRPr lang="en-US" sz="1587" kern="1200" dirty="0" smtClean="0">
                <a:solidFill>
                  <a:schemeClr val="tx1"/>
                </a:solidFill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defRPr>
            </a:lvl2pPr>
            <a:lvl3pPr marL="0" indent="0" algn="l" defTabSz="1036271" rtl="0" eaLnBrk="1" latinLnBrk="0" hangingPunct="1">
              <a:buNone/>
              <a:defRPr lang="en-US" sz="1587" kern="1200" dirty="0" smtClean="0">
                <a:solidFill>
                  <a:schemeClr val="tx1"/>
                </a:solidFill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defRPr>
            </a:lvl3pPr>
            <a:lvl4pPr marL="0" indent="0" algn="l" defTabSz="1036271" rtl="0" eaLnBrk="1" latinLnBrk="0" hangingPunct="1">
              <a:buNone/>
              <a:defRPr lang="en-US" sz="1587" kern="1200" dirty="0" smtClean="0">
                <a:solidFill>
                  <a:schemeClr val="tx1"/>
                </a:solidFill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defRPr>
            </a:lvl4pPr>
            <a:lvl5pPr marL="0" indent="0" algn="l" defTabSz="1036271" rtl="0" eaLnBrk="1" latinLnBrk="0" hangingPunct="1">
              <a:buNone/>
              <a:defRPr lang="en-US" sz="1587" kern="1200" dirty="0">
                <a:solidFill>
                  <a:schemeClr val="tx1"/>
                </a:solidFill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defRPr>
            </a:lvl5pPr>
          </a:lstStyle>
          <a:p>
            <a:pPr lvl="0" rtl="0"/>
            <a:r>
              <a:rPr lang="fr-FR" noProof="0"/>
              <a:t>Modifiez les styles du texte</a:t>
            </a:r>
          </a:p>
        </p:txBody>
      </p:sp>
      <p:sp>
        <p:nvSpPr>
          <p:cNvPr id="11" name="Espace réservé du texte 9">
            <a:extLst>
              <a:ext uri="{FF2B5EF4-FFF2-40B4-BE49-F238E27FC236}">
                <a16:creationId xmlns:a16="http://schemas.microsoft.com/office/drawing/2014/main" id="{0002AA37-4308-4C7F-854B-6C03D59DFEE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54223" y="6730626"/>
            <a:ext cx="9766688" cy="315570"/>
          </a:xfrm>
        </p:spPr>
        <p:txBody>
          <a:bodyPr rtlCol="0">
            <a:normAutofit/>
          </a:bodyPr>
          <a:lstStyle>
            <a:lvl1pPr marL="0" indent="0" algn="l" defTabSz="1036271" rtl="0" eaLnBrk="1" latinLnBrk="0" hangingPunct="1">
              <a:buNone/>
              <a:defRPr lang="en-US" sz="1500" kern="1200" dirty="0">
                <a:solidFill>
                  <a:schemeClr val="bg1"/>
                </a:solidFill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defRPr>
            </a:lvl1pPr>
            <a:lvl2pPr marL="0" indent="0" algn="l" defTabSz="1036271" rtl="0" eaLnBrk="1" latinLnBrk="0" hangingPunct="1">
              <a:buNone/>
              <a:defRPr lang="en-US" sz="1587" kern="1200" dirty="0" smtClean="0">
                <a:solidFill>
                  <a:schemeClr val="tx1"/>
                </a:solidFill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defRPr>
            </a:lvl2pPr>
            <a:lvl3pPr marL="0" indent="0" algn="l" defTabSz="1036271" rtl="0" eaLnBrk="1" latinLnBrk="0" hangingPunct="1">
              <a:buNone/>
              <a:defRPr lang="en-US" sz="1587" kern="1200" dirty="0" smtClean="0">
                <a:solidFill>
                  <a:schemeClr val="tx1"/>
                </a:solidFill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defRPr>
            </a:lvl3pPr>
            <a:lvl4pPr marL="0" indent="0" algn="l" defTabSz="1036271" rtl="0" eaLnBrk="1" latinLnBrk="0" hangingPunct="1">
              <a:buNone/>
              <a:defRPr lang="en-US" sz="1587" kern="1200" dirty="0" smtClean="0">
                <a:solidFill>
                  <a:schemeClr val="tx1"/>
                </a:solidFill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defRPr>
            </a:lvl4pPr>
            <a:lvl5pPr marL="0" indent="0" algn="l" defTabSz="1036271" rtl="0" eaLnBrk="1" latinLnBrk="0" hangingPunct="1">
              <a:buNone/>
              <a:defRPr lang="en-US" sz="1587" kern="1200" dirty="0">
                <a:solidFill>
                  <a:schemeClr val="tx1"/>
                </a:solidFill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defRPr>
            </a:lvl5pPr>
          </a:lstStyle>
          <a:p>
            <a:pPr lvl="0" rtl="0"/>
            <a:r>
              <a:rPr lang="fr-FR" noProof="0"/>
              <a:t>Modifiez les styles du texte</a:t>
            </a:r>
          </a:p>
        </p:txBody>
      </p:sp>
    </p:spTree>
    <p:extLst>
      <p:ext uri="{BB962C8B-B14F-4D97-AF65-F5344CB8AC3E}">
        <p14:creationId xmlns:p14="http://schemas.microsoft.com/office/powerpoint/2010/main" val="411210254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ed de page_Ble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4" descr="Arrière-plan bleu">
            <a:extLst>
              <a:ext uri="{FF2B5EF4-FFF2-40B4-BE49-F238E27FC236}">
                <a16:creationId xmlns:a16="http://schemas.microsoft.com/office/drawing/2014/main" id="{939817E3-3F6D-402B-8F0A-452185402219}"/>
              </a:ext>
            </a:extLst>
          </p:cNvPr>
          <p:cNvSpPr/>
          <p:nvPr userDrawn="1"/>
        </p:nvSpPr>
        <p:spPr>
          <a:xfrm>
            <a:off x="0" y="5956975"/>
            <a:ext cx="10058400" cy="1815425"/>
          </a:xfrm>
          <a:prstGeom prst="rect">
            <a:avLst/>
          </a:prstGeom>
          <a:solidFill>
            <a:srgbClr val="0078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sz="2040" noProof="0">
              <a:solidFill>
                <a:srgbClr val="0078D4"/>
              </a:solidFill>
            </a:endParaRPr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CD667C9B-0EAE-4344-8E25-813F368E0E1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4224" y="1985616"/>
            <a:ext cx="2198965" cy="2250758"/>
          </a:xfrm>
        </p:spPr>
        <p:txBody>
          <a:bodyPr rtlCol="0">
            <a:normAutofit/>
          </a:bodyPr>
          <a:lstStyle>
            <a:lvl1pPr marL="0" indent="0" algn="l" defTabSz="1036271" rtl="0" eaLnBrk="1" latinLnBrk="0" hangingPunct="1">
              <a:buNone/>
              <a:defRPr lang="en-US" sz="1500" kern="1200" dirty="0" smtClean="0">
                <a:solidFill>
                  <a:schemeClr val="tx1"/>
                </a:solidFill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defRPr>
            </a:lvl1pPr>
            <a:lvl2pPr marL="0" indent="0" algn="l" defTabSz="1036271" rtl="0" eaLnBrk="1" latinLnBrk="0" hangingPunct="1">
              <a:buNone/>
              <a:defRPr lang="en-US" sz="1587" kern="1200" dirty="0" smtClean="0">
                <a:solidFill>
                  <a:schemeClr val="tx1"/>
                </a:solidFill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defRPr>
            </a:lvl2pPr>
            <a:lvl3pPr marL="0" indent="0" algn="l" defTabSz="1036271" rtl="0" eaLnBrk="1" latinLnBrk="0" hangingPunct="1">
              <a:buNone/>
              <a:defRPr lang="en-US" sz="1587" kern="1200" dirty="0" smtClean="0">
                <a:solidFill>
                  <a:schemeClr val="tx1"/>
                </a:solidFill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defRPr>
            </a:lvl3pPr>
            <a:lvl4pPr marL="0" indent="0" algn="l" defTabSz="1036271" rtl="0" eaLnBrk="1" latinLnBrk="0" hangingPunct="1">
              <a:buNone/>
              <a:defRPr lang="en-US" sz="1587" kern="1200" dirty="0" smtClean="0">
                <a:solidFill>
                  <a:schemeClr val="tx1"/>
                </a:solidFill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defRPr>
            </a:lvl4pPr>
            <a:lvl5pPr marL="0" indent="0" algn="l" defTabSz="1036271" rtl="0" eaLnBrk="1" latinLnBrk="0" hangingPunct="1">
              <a:buNone/>
              <a:defRPr lang="en-US" sz="1587" kern="1200" dirty="0">
                <a:solidFill>
                  <a:schemeClr val="tx1"/>
                </a:solidFill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defRPr>
            </a:lvl5pPr>
          </a:lstStyle>
          <a:p>
            <a:pPr lvl="0" rtl="0"/>
            <a:r>
              <a:rPr lang="fr-FR" noProof="0"/>
              <a:t>Modifiez les styles du texte</a:t>
            </a:r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7E9A81C9-50FC-4EB0-BB23-6F59B90834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223" y="178248"/>
            <a:ext cx="8675370" cy="547956"/>
          </a:xfrm>
        </p:spPr>
        <p:txBody>
          <a:bodyPr rtlCol="0"/>
          <a:lstStyle>
            <a:lvl1pPr>
              <a:defRPr lang="en-US" sz="2720" kern="1200" smtClean="0">
                <a:solidFill>
                  <a:schemeClr val="tx1"/>
                </a:solidFill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defRPr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9" name="Espace réservé du texte 9">
            <a:extLst>
              <a:ext uri="{FF2B5EF4-FFF2-40B4-BE49-F238E27FC236}">
                <a16:creationId xmlns:a16="http://schemas.microsoft.com/office/drawing/2014/main" id="{7CB8604B-D410-4676-8DF5-6CE817FB989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54223" y="6207407"/>
            <a:ext cx="9766688" cy="523220"/>
          </a:xfrm>
        </p:spPr>
        <p:txBody>
          <a:bodyPr rtlCol="0">
            <a:normAutofit/>
          </a:bodyPr>
          <a:lstStyle>
            <a:lvl1pPr marL="0" indent="0" algn="l" defTabSz="1036271" rtl="0" eaLnBrk="1" latinLnBrk="0" hangingPunct="1">
              <a:buNone/>
              <a:defRPr lang="en-US" sz="2400" b="1" kern="1200" dirty="0">
                <a:solidFill>
                  <a:schemeClr val="bg1"/>
                </a:solidFill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defRPr>
            </a:lvl1pPr>
            <a:lvl2pPr marL="0" indent="0" algn="l" defTabSz="1036271" rtl="0" eaLnBrk="1" latinLnBrk="0" hangingPunct="1">
              <a:buNone/>
              <a:defRPr lang="en-US" sz="1587" kern="1200" dirty="0" smtClean="0">
                <a:solidFill>
                  <a:schemeClr val="tx1"/>
                </a:solidFill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defRPr>
            </a:lvl2pPr>
            <a:lvl3pPr marL="0" indent="0" algn="l" defTabSz="1036271" rtl="0" eaLnBrk="1" latinLnBrk="0" hangingPunct="1">
              <a:buNone/>
              <a:defRPr lang="en-US" sz="1587" kern="1200" dirty="0" smtClean="0">
                <a:solidFill>
                  <a:schemeClr val="tx1"/>
                </a:solidFill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defRPr>
            </a:lvl3pPr>
            <a:lvl4pPr marL="0" indent="0" algn="l" defTabSz="1036271" rtl="0" eaLnBrk="1" latinLnBrk="0" hangingPunct="1">
              <a:buNone/>
              <a:defRPr lang="en-US" sz="1587" kern="1200" dirty="0" smtClean="0">
                <a:solidFill>
                  <a:schemeClr val="tx1"/>
                </a:solidFill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defRPr>
            </a:lvl4pPr>
            <a:lvl5pPr marL="0" indent="0" algn="l" defTabSz="1036271" rtl="0" eaLnBrk="1" latinLnBrk="0" hangingPunct="1">
              <a:buNone/>
              <a:defRPr lang="en-US" sz="1587" kern="1200" dirty="0">
                <a:solidFill>
                  <a:schemeClr val="tx1"/>
                </a:solidFill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defRPr>
            </a:lvl5pPr>
          </a:lstStyle>
          <a:p>
            <a:pPr lvl="0" rtl="0"/>
            <a:r>
              <a:rPr lang="fr-FR" noProof="0"/>
              <a:t>Modifiez les styles du texte</a:t>
            </a:r>
          </a:p>
        </p:txBody>
      </p:sp>
      <p:sp>
        <p:nvSpPr>
          <p:cNvPr id="12" name="Espace réservé du texte 9">
            <a:extLst>
              <a:ext uri="{FF2B5EF4-FFF2-40B4-BE49-F238E27FC236}">
                <a16:creationId xmlns:a16="http://schemas.microsoft.com/office/drawing/2014/main" id="{21CA6597-BD73-4B88-82EC-2BD70BCC938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54223" y="6730626"/>
            <a:ext cx="9766688" cy="315570"/>
          </a:xfrm>
        </p:spPr>
        <p:txBody>
          <a:bodyPr rtlCol="0">
            <a:normAutofit/>
          </a:bodyPr>
          <a:lstStyle>
            <a:lvl1pPr marL="0" indent="0" algn="l" defTabSz="1036271" rtl="0" eaLnBrk="1" latinLnBrk="0" hangingPunct="1">
              <a:buNone/>
              <a:defRPr lang="en-US" sz="1500" kern="1200" dirty="0">
                <a:solidFill>
                  <a:schemeClr val="bg1"/>
                </a:solidFill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defRPr>
            </a:lvl1pPr>
            <a:lvl2pPr marL="0" indent="0" algn="l" defTabSz="1036271" rtl="0" eaLnBrk="1" latinLnBrk="0" hangingPunct="1">
              <a:buNone/>
              <a:defRPr lang="en-US" sz="1587" kern="1200" dirty="0" smtClean="0">
                <a:solidFill>
                  <a:schemeClr val="tx1"/>
                </a:solidFill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defRPr>
            </a:lvl2pPr>
            <a:lvl3pPr marL="0" indent="0" algn="l" defTabSz="1036271" rtl="0" eaLnBrk="1" latinLnBrk="0" hangingPunct="1">
              <a:buNone/>
              <a:defRPr lang="en-US" sz="1587" kern="1200" dirty="0" smtClean="0">
                <a:solidFill>
                  <a:schemeClr val="tx1"/>
                </a:solidFill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defRPr>
            </a:lvl3pPr>
            <a:lvl4pPr marL="0" indent="0" algn="l" defTabSz="1036271" rtl="0" eaLnBrk="1" latinLnBrk="0" hangingPunct="1">
              <a:buNone/>
              <a:defRPr lang="en-US" sz="1587" kern="1200" dirty="0" smtClean="0">
                <a:solidFill>
                  <a:schemeClr val="tx1"/>
                </a:solidFill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defRPr>
            </a:lvl4pPr>
            <a:lvl5pPr marL="0" indent="0" algn="l" defTabSz="1036271" rtl="0" eaLnBrk="1" latinLnBrk="0" hangingPunct="1">
              <a:buNone/>
              <a:defRPr lang="en-US" sz="1587" kern="1200" dirty="0">
                <a:solidFill>
                  <a:schemeClr val="tx1"/>
                </a:solidFill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defRPr>
            </a:lvl5pPr>
          </a:lstStyle>
          <a:p>
            <a:pPr lvl="0" rtl="0"/>
            <a:r>
              <a:rPr lang="fr-FR" noProof="0"/>
              <a:t>Modifiez les styles du texte</a:t>
            </a:r>
          </a:p>
        </p:txBody>
      </p:sp>
    </p:spTree>
    <p:extLst>
      <p:ext uri="{BB962C8B-B14F-4D97-AF65-F5344CB8AC3E}">
        <p14:creationId xmlns:p14="http://schemas.microsoft.com/office/powerpoint/2010/main" val="285173497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ed de page_Bleu_Gr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 descr="Arrière-plan gris">
            <a:extLst>
              <a:ext uri="{FF2B5EF4-FFF2-40B4-BE49-F238E27FC236}">
                <a16:creationId xmlns:a16="http://schemas.microsoft.com/office/drawing/2014/main" id="{EBA15C5F-9A1C-45AB-B544-F4CF871F95AB}"/>
              </a:ext>
            </a:extLst>
          </p:cNvPr>
          <p:cNvSpPr/>
          <p:nvPr userDrawn="1"/>
        </p:nvSpPr>
        <p:spPr>
          <a:xfrm>
            <a:off x="0" y="0"/>
            <a:ext cx="10058400" cy="5956976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sz="2040" noProof="0"/>
          </a:p>
        </p:txBody>
      </p:sp>
      <p:sp>
        <p:nvSpPr>
          <p:cNvPr id="7" name="Rectangle 4" descr="Arrière-plan bleu">
            <a:extLst>
              <a:ext uri="{FF2B5EF4-FFF2-40B4-BE49-F238E27FC236}">
                <a16:creationId xmlns:a16="http://schemas.microsoft.com/office/drawing/2014/main" id="{939817E3-3F6D-402B-8F0A-452185402219}"/>
              </a:ext>
            </a:extLst>
          </p:cNvPr>
          <p:cNvSpPr/>
          <p:nvPr userDrawn="1"/>
        </p:nvSpPr>
        <p:spPr>
          <a:xfrm>
            <a:off x="0" y="5956977"/>
            <a:ext cx="10058400" cy="1815425"/>
          </a:xfrm>
          <a:prstGeom prst="rect">
            <a:avLst/>
          </a:prstGeom>
          <a:solidFill>
            <a:srgbClr val="0078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sz="2040" noProof="0">
              <a:solidFill>
                <a:srgbClr val="0078D4"/>
              </a:solidFill>
            </a:endParaRPr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CD667C9B-0EAE-4344-8E25-813F368E0E1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4224" y="1985616"/>
            <a:ext cx="2198965" cy="2250758"/>
          </a:xfrm>
        </p:spPr>
        <p:txBody>
          <a:bodyPr rtlCol="0">
            <a:normAutofit/>
          </a:bodyPr>
          <a:lstStyle>
            <a:lvl1pPr marL="0" indent="0" algn="l" defTabSz="1036271" rtl="0" eaLnBrk="1" latinLnBrk="0" hangingPunct="1">
              <a:buNone/>
              <a:defRPr lang="en-US" sz="1500" kern="1200" dirty="0" smtClean="0">
                <a:solidFill>
                  <a:schemeClr val="tx1"/>
                </a:solidFill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defRPr>
            </a:lvl1pPr>
            <a:lvl2pPr marL="0" indent="0" algn="l" defTabSz="1036271" rtl="0" eaLnBrk="1" latinLnBrk="0" hangingPunct="1">
              <a:buNone/>
              <a:defRPr lang="en-US" sz="1587" kern="1200" dirty="0" smtClean="0">
                <a:solidFill>
                  <a:schemeClr val="tx1"/>
                </a:solidFill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defRPr>
            </a:lvl2pPr>
            <a:lvl3pPr marL="0" indent="0" algn="l" defTabSz="1036271" rtl="0" eaLnBrk="1" latinLnBrk="0" hangingPunct="1">
              <a:buNone/>
              <a:defRPr lang="en-US" sz="1587" kern="1200" dirty="0" smtClean="0">
                <a:solidFill>
                  <a:schemeClr val="tx1"/>
                </a:solidFill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defRPr>
            </a:lvl3pPr>
            <a:lvl4pPr marL="0" indent="0" algn="l" defTabSz="1036271" rtl="0" eaLnBrk="1" latinLnBrk="0" hangingPunct="1">
              <a:buNone/>
              <a:defRPr lang="en-US" sz="1587" kern="1200" dirty="0" smtClean="0">
                <a:solidFill>
                  <a:schemeClr val="tx1"/>
                </a:solidFill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defRPr>
            </a:lvl4pPr>
            <a:lvl5pPr marL="0" indent="0" algn="l" defTabSz="1036271" rtl="0" eaLnBrk="1" latinLnBrk="0" hangingPunct="1">
              <a:buNone/>
              <a:defRPr lang="en-US" sz="1587" kern="1200" dirty="0">
                <a:solidFill>
                  <a:schemeClr val="tx1"/>
                </a:solidFill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defRPr>
            </a:lvl5pPr>
          </a:lstStyle>
          <a:p>
            <a:pPr lvl="0" rtl="0"/>
            <a:r>
              <a:rPr lang="fr-FR" noProof="0"/>
              <a:t>Modifiez les styles du texte</a:t>
            </a:r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7E9A81C9-50FC-4EB0-BB23-6F59B90834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223" y="178248"/>
            <a:ext cx="8675370" cy="547956"/>
          </a:xfrm>
        </p:spPr>
        <p:txBody>
          <a:bodyPr rtlCol="0"/>
          <a:lstStyle>
            <a:lvl1pPr>
              <a:defRPr lang="en-US" sz="2720" kern="1200" smtClean="0">
                <a:solidFill>
                  <a:schemeClr val="tx1"/>
                </a:solidFill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defRPr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12" name="Espace réservé du texte 9">
            <a:extLst>
              <a:ext uri="{FF2B5EF4-FFF2-40B4-BE49-F238E27FC236}">
                <a16:creationId xmlns:a16="http://schemas.microsoft.com/office/drawing/2014/main" id="{41C9BFA1-D02D-4EA6-A348-4EA18A8FA5C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54223" y="6207407"/>
            <a:ext cx="9766688" cy="523220"/>
          </a:xfrm>
        </p:spPr>
        <p:txBody>
          <a:bodyPr rtlCol="0">
            <a:normAutofit/>
          </a:bodyPr>
          <a:lstStyle>
            <a:lvl1pPr marL="0" indent="0" algn="l" defTabSz="1036271" rtl="0" eaLnBrk="1" latinLnBrk="0" hangingPunct="1">
              <a:buNone/>
              <a:defRPr lang="en-US" sz="2400" b="1" kern="1200" dirty="0">
                <a:solidFill>
                  <a:schemeClr val="bg1"/>
                </a:solidFill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defRPr>
            </a:lvl1pPr>
            <a:lvl2pPr marL="0" indent="0" algn="l" defTabSz="1036271" rtl="0" eaLnBrk="1" latinLnBrk="0" hangingPunct="1">
              <a:buNone/>
              <a:defRPr lang="en-US" sz="1587" kern="1200" dirty="0" smtClean="0">
                <a:solidFill>
                  <a:schemeClr val="tx1"/>
                </a:solidFill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defRPr>
            </a:lvl2pPr>
            <a:lvl3pPr marL="0" indent="0" algn="l" defTabSz="1036271" rtl="0" eaLnBrk="1" latinLnBrk="0" hangingPunct="1">
              <a:buNone/>
              <a:defRPr lang="en-US" sz="1587" kern="1200" dirty="0" smtClean="0">
                <a:solidFill>
                  <a:schemeClr val="tx1"/>
                </a:solidFill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defRPr>
            </a:lvl3pPr>
            <a:lvl4pPr marL="0" indent="0" algn="l" defTabSz="1036271" rtl="0" eaLnBrk="1" latinLnBrk="0" hangingPunct="1">
              <a:buNone/>
              <a:defRPr lang="en-US" sz="1587" kern="1200" dirty="0" smtClean="0">
                <a:solidFill>
                  <a:schemeClr val="tx1"/>
                </a:solidFill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defRPr>
            </a:lvl4pPr>
            <a:lvl5pPr marL="0" indent="0" algn="l" defTabSz="1036271" rtl="0" eaLnBrk="1" latinLnBrk="0" hangingPunct="1">
              <a:buNone/>
              <a:defRPr lang="en-US" sz="1587" kern="1200" dirty="0">
                <a:solidFill>
                  <a:schemeClr val="tx1"/>
                </a:solidFill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defRPr>
            </a:lvl5pPr>
          </a:lstStyle>
          <a:p>
            <a:pPr lvl="0" rtl="0"/>
            <a:r>
              <a:rPr lang="fr-FR" noProof="0"/>
              <a:t>Modifiez les styles du texte</a:t>
            </a:r>
          </a:p>
        </p:txBody>
      </p:sp>
      <p:sp>
        <p:nvSpPr>
          <p:cNvPr id="13" name="Espace réservé du texte 9">
            <a:extLst>
              <a:ext uri="{FF2B5EF4-FFF2-40B4-BE49-F238E27FC236}">
                <a16:creationId xmlns:a16="http://schemas.microsoft.com/office/drawing/2014/main" id="{A76A0987-2760-4FED-909E-8012707DDEC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54223" y="6730626"/>
            <a:ext cx="9766688" cy="315570"/>
          </a:xfrm>
        </p:spPr>
        <p:txBody>
          <a:bodyPr rtlCol="0">
            <a:normAutofit/>
          </a:bodyPr>
          <a:lstStyle>
            <a:lvl1pPr marL="0" indent="0" algn="l" defTabSz="1036271" rtl="0" eaLnBrk="1" latinLnBrk="0" hangingPunct="1">
              <a:buNone/>
              <a:defRPr lang="en-US" sz="1500" kern="1200" dirty="0">
                <a:solidFill>
                  <a:schemeClr val="bg1"/>
                </a:solidFill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defRPr>
            </a:lvl1pPr>
            <a:lvl2pPr marL="0" indent="0" algn="l" defTabSz="1036271" rtl="0" eaLnBrk="1" latinLnBrk="0" hangingPunct="1">
              <a:buNone/>
              <a:defRPr lang="en-US" sz="1587" kern="1200" dirty="0" smtClean="0">
                <a:solidFill>
                  <a:schemeClr val="tx1"/>
                </a:solidFill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defRPr>
            </a:lvl2pPr>
            <a:lvl3pPr marL="0" indent="0" algn="l" defTabSz="1036271" rtl="0" eaLnBrk="1" latinLnBrk="0" hangingPunct="1">
              <a:buNone/>
              <a:defRPr lang="en-US" sz="1587" kern="1200" dirty="0" smtClean="0">
                <a:solidFill>
                  <a:schemeClr val="tx1"/>
                </a:solidFill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defRPr>
            </a:lvl3pPr>
            <a:lvl4pPr marL="0" indent="0" algn="l" defTabSz="1036271" rtl="0" eaLnBrk="1" latinLnBrk="0" hangingPunct="1">
              <a:buNone/>
              <a:defRPr lang="en-US" sz="1587" kern="1200" dirty="0" smtClean="0">
                <a:solidFill>
                  <a:schemeClr val="tx1"/>
                </a:solidFill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defRPr>
            </a:lvl4pPr>
            <a:lvl5pPr marL="0" indent="0" algn="l" defTabSz="1036271" rtl="0" eaLnBrk="1" latinLnBrk="0" hangingPunct="1">
              <a:buNone/>
              <a:defRPr lang="en-US" sz="1587" kern="1200" dirty="0">
                <a:solidFill>
                  <a:schemeClr val="tx1"/>
                </a:solidFill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defRPr>
            </a:lvl5pPr>
          </a:lstStyle>
          <a:p>
            <a:pPr lvl="0" rtl="0"/>
            <a:r>
              <a:rPr lang="fr-FR" noProof="0"/>
              <a:t>Modifiez les styles du texte</a:t>
            </a:r>
          </a:p>
        </p:txBody>
      </p:sp>
    </p:spTree>
    <p:extLst>
      <p:ext uri="{BB962C8B-B14F-4D97-AF65-F5344CB8AC3E}">
        <p14:creationId xmlns:p14="http://schemas.microsoft.com/office/powerpoint/2010/main" val="139707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 1"/>
          <p:cNvSpPr>
            <a:spLocks noGrp="1"/>
          </p:cNvSpPr>
          <p:nvPr>
            <p:ph type="title"/>
          </p:nvPr>
        </p:nvSpPr>
        <p:spPr>
          <a:xfrm>
            <a:off x="691515" y="413810"/>
            <a:ext cx="8675370" cy="15023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91515" y="2069042"/>
            <a:ext cx="8675370" cy="49315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691515" y="7203865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EB1F9B6C-4D32-4FDC-AF69-E1C78FF1F5A7}" type="datetime1">
              <a:rPr lang="fr-FR" noProof="0" smtClean="0"/>
              <a:t>27/03/2026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331845" y="7203865"/>
            <a:ext cx="339471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7103745" y="7203865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48F63A3B-78C7-47BE-AE5E-E10140E04643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39295992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49" r:id="rId12"/>
    <p:sldLayoutId id="2147483680" r:id="rId13"/>
    <p:sldLayoutId id="2147483686" r:id="rId14"/>
    <p:sldLayoutId id="2147483684" r:id="rId15"/>
    <p:sldLayoutId id="2147483685" r:id="rId16"/>
    <p:sldLayoutId id="2147483691" r:id="rId17"/>
    <p:sldLayoutId id="2147483679" r:id="rId18"/>
    <p:sldLayoutId id="2147483681" r:id="rId19"/>
    <p:sldLayoutId id="2147483687" r:id="rId20"/>
    <p:sldLayoutId id="2147483689" r:id="rId21"/>
    <p:sldLayoutId id="2147483688" r:id="rId22"/>
    <p:sldLayoutId id="2147483654" r:id="rId23"/>
    <p:sldLayoutId id="2147483690" r:id="rId24"/>
    <p:sldLayoutId id="2147483683" r:id="rId25"/>
    <p:sldLayoutId id="2147483663" r:id="rId26"/>
    <p:sldLayoutId id="2147483682" r:id="rId27"/>
    <p:sldLayoutId id="2147483678" r:id="rId28"/>
    <p:sldLayoutId id="2147483664" r:id="rId29"/>
    <p:sldLayoutId id="2147483662" r:id="rId30"/>
    <p:sldLayoutId id="2147483665" r:id="rId31"/>
  </p:sldLayoutIdLst>
  <p:hf sldNum="0" hdr="0" ftr="0" dt="0"/>
  <p:txStyles>
    <p:titleStyle>
      <a:lvl1pPr algn="l" defTabSz="1005840" rtl="0" eaLnBrk="1" latinLnBrk="0" hangingPunct="1">
        <a:lnSpc>
          <a:spcPct val="90000"/>
        </a:lnSpc>
        <a:spcBef>
          <a:spcPct val="0"/>
        </a:spcBef>
        <a:buNone/>
        <a:defRPr sz="48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1460" indent="-251460" algn="l" defTabSz="1005840" rtl="0" eaLnBrk="1" latinLnBrk="0" hangingPunct="1">
        <a:lnSpc>
          <a:spcPct val="90000"/>
        </a:lnSpc>
        <a:spcBef>
          <a:spcPts val="1100"/>
        </a:spcBef>
        <a:buFont typeface="Arial" panose="020B0604020202020204" pitchFamily="34" charset="0"/>
        <a:buChar char="•"/>
        <a:defRPr sz="3080" kern="1200">
          <a:solidFill>
            <a:schemeClr val="tx1"/>
          </a:solidFill>
          <a:latin typeface="+mn-lt"/>
          <a:ea typeface="+mn-ea"/>
          <a:cs typeface="+mn-cs"/>
        </a:defRPr>
      </a:lvl1pPr>
      <a:lvl2pPr marL="75438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640" kern="1200">
          <a:solidFill>
            <a:schemeClr val="tx1"/>
          </a:solidFill>
          <a:latin typeface="+mn-lt"/>
          <a:ea typeface="+mn-ea"/>
          <a:cs typeface="+mn-cs"/>
        </a:defRPr>
      </a:lvl2pPr>
      <a:lvl3pPr marL="125730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76022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26314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76606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26898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77190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27482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3pPr>
      <a:lvl4pPr marL="150876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01168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01752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52044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02336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6.xml"/><Relationship Id="rId6" Type="http://schemas.openxmlformats.org/officeDocument/2006/relationships/image" Target="../media/image5.sv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png"/><Relationship Id="rId14" Type="http://schemas.openxmlformats.org/officeDocument/2006/relationships/image" Target="../media/image1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 de texte 4">
            <a:extLst>
              <a:ext uri="{FF2B5EF4-FFF2-40B4-BE49-F238E27FC236}">
                <a16:creationId xmlns:a16="http://schemas.microsoft.com/office/drawing/2014/main" id="{CC55B661-1E08-4749-93D8-1E9CF36F0697}"/>
              </a:ext>
            </a:extLst>
          </p:cNvPr>
          <p:cNvSpPr txBox="1"/>
          <p:nvPr/>
        </p:nvSpPr>
        <p:spPr>
          <a:xfrm>
            <a:off x="654704" y="2202417"/>
            <a:ext cx="3836314" cy="4431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err="1"/>
              <a:t>Informations</a:t>
            </a:r>
            <a:r>
              <a:rPr lang="en-US" sz="1600" b="1" dirty="0"/>
              <a:t> sur </a:t>
            </a:r>
            <a:r>
              <a:rPr lang="en-US" sz="1600" b="1" dirty="0" err="1"/>
              <a:t>l’incident</a:t>
            </a:r>
            <a:endParaRPr lang="fr-FR" sz="1600" b="1" dirty="0"/>
          </a:p>
          <a:p>
            <a:r>
              <a:rPr lang="en-US" sz="1600" dirty="0"/>
              <a:t>Date : ____ / ____ / ______    </a:t>
            </a:r>
          </a:p>
          <a:p>
            <a:r>
              <a:rPr lang="en-US" sz="1600" dirty="0"/>
              <a:t>Heure : ____ : ____</a:t>
            </a:r>
            <a:endParaRPr lang="fr-FR" sz="1600" dirty="0"/>
          </a:p>
          <a:p>
            <a:endParaRPr lang="en-US" sz="1600" dirty="0"/>
          </a:p>
          <a:p>
            <a:r>
              <a:rPr lang="en-US" sz="1600" dirty="0"/>
              <a:t>Type de </a:t>
            </a:r>
            <a:r>
              <a:rPr lang="en-US" sz="1600" dirty="0" err="1"/>
              <a:t>problème</a:t>
            </a:r>
            <a:r>
              <a:rPr lang="en-US" sz="1600" dirty="0"/>
              <a:t> (</a:t>
            </a:r>
            <a:r>
              <a:rPr lang="en-US" sz="1600" dirty="0" err="1"/>
              <a:t>cocher</a:t>
            </a:r>
            <a:r>
              <a:rPr lang="en-US" sz="1600" dirty="0"/>
              <a:t>) :</a:t>
            </a:r>
            <a:endParaRPr lang="fr-FR" sz="1600" dirty="0"/>
          </a:p>
          <a:p>
            <a:r>
              <a:rPr lang="en-US" sz="1600" dirty="0"/>
              <a:t>☐ </a:t>
            </a:r>
            <a:r>
              <a:rPr lang="en-US" sz="1600" dirty="0" err="1"/>
              <a:t>Arrêt</a:t>
            </a:r>
            <a:r>
              <a:rPr lang="en-US" sz="1600" dirty="0"/>
              <a:t> machine    </a:t>
            </a:r>
          </a:p>
          <a:p>
            <a:r>
              <a:rPr lang="en-US" sz="1600" dirty="0"/>
              <a:t>☐ </a:t>
            </a:r>
            <a:r>
              <a:rPr lang="en-US" sz="1600" dirty="0" err="1"/>
              <a:t>Défaut</a:t>
            </a:r>
            <a:r>
              <a:rPr lang="en-US" sz="1600" dirty="0"/>
              <a:t> </a:t>
            </a:r>
            <a:r>
              <a:rPr lang="en-US" sz="1600" dirty="0" err="1"/>
              <a:t>qualité</a:t>
            </a:r>
            <a:r>
              <a:rPr lang="en-US" sz="1600" dirty="0"/>
              <a:t>    </a:t>
            </a:r>
          </a:p>
          <a:p>
            <a:r>
              <a:rPr lang="en-US" sz="1600" dirty="0"/>
              <a:t>☐ Bruit anormal</a:t>
            </a:r>
            <a:endParaRPr lang="fr-FR" sz="1600" dirty="0"/>
          </a:p>
          <a:p>
            <a:r>
              <a:rPr lang="en-US" sz="1600" dirty="0"/>
              <a:t>☐ </a:t>
            </a:r>
            <a:r>
              <a:rPr lang="en-US" sz="1600" dirty="0" err="1"/>
              <a:t>Alarme</a:t>
            </a:r>
            <a:r>
              <a:rPr lang="en-US" sz="1600" dirty="0"/>
              <a:t> </a:t>
            </a:r>
            <a:r>
              <a:rPr lang="en-US" sz="1600" dirty="0" err="1"/>
              <a:t>écran</a:t>
            </a:r>
            <a:r>
              <a:rPr lang="en-US" sz="1600" dirty="0"/>
              <a:t>    </a:t>
            </a:r>
          </a:p>
          <a:p>
            <a:r>
              <a:rPr lang="en-US" sz="1600" dirty="0"/>
              <a:t>☐ </a:t>
            </a:r>
            <a:r>
              <a:rPr lang="en-US" sz="1600" dirty="0" err="1"/>
              <a:t>Blocage</a:t>
            </a:r>
            <a:r>
              <a:rPr lang="en-US" sz="1600" dirty="0"/>
              <a:t> </a:t>
            </a:r>
            <a:r>
              <a:rPr lang="en-US" sz="1600" dirty="0" err="1"/>
              <a:t>mécanique</a:t>
            </a:r>
            <a:r>
              <a:rPr lang="en-US" sz="1600" dirty="0"/>
              <a:t>    </a:t>
            </a:r>
          </a:p>
          <a:p>
            <a:r>
              <a:rPr lang="en-US" sz="1600" dirty="0"/>
              <a:t>☐ </a:t>
            </a:r>
            <a:r>
              <a:rPr lang="en-US" sz="1600" dirty="0" err="1"/>
              <a:t>Autre</a:t>
            </a:r>
            <a:r>
              <a:rPr lang="en-US" sz="1600" dirty="0"/>
              <a:t> : __________</a:t>
            </a:r>
            <a:endParaRPr lang="fr-FR" sz="1600" dirty="0"/>
          </a:p>
          <a:p>
            <a:endParaRPr lang="en-US" sz="1600" b="1" dirty="0"/>
          </a:p>
          <a:p>
            <a:r>
              <a:rPr lang="en-US" sz="1600" b="1" dirty="0"/>
              <a:t>Description simple du </a:t>
            </a:r>
            <a:r>
              <a:rPr lang="en-US" sz="1600" b="1" dirty="0" err="1"/>
              <a:t>problème</a:t>
            </a:r>
            <a:endParaRPr lang="fr-FR" sz="1600" b="1" dirty="0"/>
          </a:p>
          <a:p>
            <a:r>
              <a:rPr lang="en-US" sz="1600" dirty="0" err="1"/>
              <a:t>Décrire</a:t>
            </a:r>
            <a:r>
              <a:rPr lang="en-US" sz="1600" dirty="0"/>
              <a:t> </a:t>
            </a:r>
            <a:r>
              <a:rPr lang="en-US" sz="1600" dirty="0" err="1"/>
              <a:t>ce</a:t>
            </a:r>
            <a:r>
              <a:rPr lang="en-US" sz="1600" dirty="0"/>
              <a:t> </a:t>
            </a:r>
            <a:r>
              <a:rPr lang="en-US" sz="1600" dirty="0" err="1"/>
              <a:t>que</a:t>
            </a:r>
            <a:r>
              <a:rPr lang="en-US" sz="1600" dirty="0"/>
              <a:t> vous </a:t>
            </a:r>
            <a:r>
              <a:rPr lang="en-US" sz="1600" dirty="0" err="1"/>
              <a:t>observez</a:t>
            </a:r>
            <a:r>
              <a:rPr lang="en-US" sz="1600" dirty="0"/>
              <a:t> (sans diagnostic technique) :</a:t>
            </a:r>
            <a:endParaRPr lang="fr-FR" sz="1600" dirty="0"/>
          </a:p>
          <a:p>
            <a:r>
              <a:rPr lang="en-US" sz="1600" dirty="0"/>
              <a:t>____________________________________________________________________________</a:t>
            </a:r>
            <a:endParaRPr lang="fr-FR" sz="1600" dirty="0"/>
          </a:p>
        </p:txBody>
      </p:sp>
      <p:sp>
        <p:nvSpPr>
          <p:cNvPr id="26" name="Rectangle 25" descr="Arrière-plan de rectangle rouge">
            <a:extLst>
              <a:ext uri="{FF2B5EF4-FFF2-40B4-BE49-F238E27FC236}">
                <a16:creationId xmlns:a16="http://schemas.microsoft.com/office/drawing/2014/main" id="{879DF4BA-57B6-4B2B-8BBC-D76D8587C943}"/>
              </a:ext>
            </a:extLst>
          </p:cNvPr>
          <p:cNvSpPr/>
          <p:nvPr/>
        </p:nvSpPr>
        <p:spPr>
          <a:xfrm>
            <a:off x="6450134" y="372680"/>
            <a:ext cx="3604881" cy="167568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sz="1500"/>
          </a:p>
        </p:txBody>
      </p:sp>
      <p:sp>
        <p:nvSpPr>
          <p:cNvPr id="27" name="Zone de texte 26">
            <a:extLst>
              <a:ext uri="{FF2B5EF4-FFF2-40B4-BE49-F238E27FC236}">
                <a16:creationId xmlns:a16="http://schemas.microsoft.com/office/drawing/2014/main" id="{0896F991-5E97-411F-9AC0-E174C7943B2A}"/>
              </a:ext>
            </a:extLst>
          </p:cNvPr>
          <p:cNvSpPr txBox="1"/>
          <p:nvPr/>
        </p:nvSpPr>
        <p:spPr>
          <a:xfrm>
            <a:off x="6586259" y="381348"/>
            <a:ext cx="3370232" cy="160043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rtl="0"/>
            <a:r>
              <a:rPr lang="fr-FR" sz="14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FACTORY	______________________________</a:t>
            </a:r>
          </a:p>
          <a:p>
            <a:pPr rtl="0"/>
            <a:endParaRPr lang="fr-FR" sz="14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rtl="0"/>
            <a:r>
              <a:rPr lang="fr-FR" sz="14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Zone		______________________________</a:t>
            </a:r>
          </a:p>
          <a:p>
            <a:pPr rtl="0"/>
            <a:endParaRPr lang="fr-FR" sz="14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rtl="0"/>
            <a:r>
              <a:rPr lang="fr-FR" sz="14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Ligne		______________________________</a:t>
            </a:r>
          </a:p>
          <a:p>
            <a:pPr rtl="0"/>
            <a:endParaRPr lang="fr-FR" sz="14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rtl="0"/>
            <a:r>
              <a:rPr lang="fr-FR" sz="14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Machine	______________________________</a:t>
            </a:r>
          </a:p>
        </p:txBody>
      </p:sp>
      <p:grpSp>
        <p:nvGrpSpPr>
          <p:cNvPr id="28" name="Groupe 27" descr="rectangle gris microsoft">
            <a:extLst>
              <a:ext uri="{FF2B5EF4-FFF2-40B4-BE49-F238E27FC236}">
                <a16:creationId xmlns:a16="http://schemas.microsoft.com/office/drawing/2014/main" id="{E8E3E987-7F35-4DD2-9EE1-C7F2EF3582E1}"/>
              </a:ext>
            </a:extLst>
          </p:cNvPr>
          <p:cNvGrpSpPr/>
          <p:nvPr/>
        </p:nvGrpSpPr>
        <p:grpSpPr>
          <a:xfrm>
            <a:off x="-1" y="120628"/>
            <a:ext cx="5162551" cy="2157055"/>
            <a:chOff x="-4511004" y="2681529"/>
            <a:chExt cx="5238593" cy="1945062"/>
          </a:xfrm>
        </p:grpSpPr>
        <p:sp>
          <p:nvSpPr>
            <p:cNvPr id="29" name="Rectangle 28">
              <a:extLst>
                <a:ext uri="{FF2B5EF4-FFF2-40B4-BE49-F238E27FC236}">
                  <a16:creationId xmlns:a16="http://schemas.microsoft.com/office/drawing/2014/main" id="{D8F73AFE-DDF4-411C-8A7F-EAC0DD63101F}"/>
                </a:ext>
              </a:extLst>
            </p:cNvPr>
            <p:cNvSpPr/>
            <p:nvPr/>
          </p:nvSpPr>
          <p:spPr>
            <a:xfrm>
              <a:off x="-4511004" y="2905287"/>
              <a:ext cx="5238593" cy="1522594"/>
            </a:xfrm>
            <a:prstGeom prst="rect">
              <a:avLst/>
            </a:prstGeom>
            <a:solidFill>
              <a:srgbClr val="2F2F2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/>
            </a:p>
          </p:txBody>
        </p:sp>
        <p:sp>
          <p:nvSpPr>
            <p:cNvPr id="30" name="Ovale 29">
              <a:extLst>
                <a:ext uri="{FF2B5EF4-FFF2-40B4-BE49-F238E27FC236}">
                  <a16:creationId xmlns:a16="http://schemas.microsoft.com/office/drawing/2014/main" id="{B6C834F9-AA31-4233-BA8A-75A0061D9419}"/>
                </a:ext>
              </a:extLst>
            </p:cNvPr>
            <p:cNvSpPr/>
            <p:nvPr/>
          </p:nvSpPr>
          <p:spPr>
            <a:xfrm>
              <a:off x="-4193322" y="2681529"/>
              <a:ext cx="1997431" cy="1945062"/>
            </a:xfrm>
            <a:prstGeom prst="ellipse">
              <a:avLst/>
            </a:prstGeom>
            <a:solidFill>
              <a:srgbClr val="F0F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/>
            </a:p>
          </p:txBody>
        </p:sp>
        <p:sp>
          <p:nvSpPr>
            <p:cNvPr id="31" name="Ovale 30">
              <a:extLst>
                <a:ext uri="{FF2B5EF4-FFF2-40B4-BE49-F238E27FC236}">
                  <a16:creationId xmlns:a16="http://schemas.microsoft.com/office/drawing/2014/main" id="{958EB7BC-9363-4EA9-94A2-77C11FC853E4}"/>
                </a:ext>
              </a:extLst>
            </p:cNvPr>
            <p:cNvSpPr/>
            <p:nvPr/>
          </p:nvSpPr>
          <p:spPr>
            <a:xfrm>
              <a:off x="-4068064" y="2781811"/>
              <a:ext cx="1746913" cy="174691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/>
            </a:p>
          </p:txBody>
        </p:sp>
      </p:grpSp>
      <p:sp>
        <p:nvSpPr>
          <p:cNvPr id="32" name="Zone de texte 31">
            <a:extLst>
              <a:ext uri="{FF2B5EF4-FFF2-40B4-BE49-F238E27FC236}">
                <a16:creationId xmlns:a16="http://schemas.microsoft.com/office/drawing/2014/main" id="{0EE05BE6-88B7-4DC2-B74B-E14C07F079B8}"/>
              </a:ext>
            </a:extLst>
          </p:cNvPr>
          <p:cNvSpPr txBox="1"/>
          <p:nvPr/>
        </p:nvSpPr>
        <p:spPr>
          <a:xfrm>
            <a:off x="2723481" y="723691"/>
            <a:ext cx="2439069" cy="101566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rtl="0"/>
            <a:r>
              <a:rPr lang="fr-FR" sz="3000" dirty="0">
                <a:solidFill>
                  <a:schemeClr val="bg1"/>
                </a:solidFill>
                <a:latin typeface="Segoe UI Bold" panose="020B0802040204020203" pitchFamily="34" charset="0"/>
                <a:cs typeface="Segoe UI Bold" panose="020B0802040204020203" pitchFamily="34" charset="0"/>
              </a:rPr>
              <a:t>Fiche Intervention</a:t>
            </a:r>
            <a:endParaRPr lang="fr-FR" sz="2400" dirty="0">
              <a:solidFill>
                <a:schemeClr val="bg1"/>
              </a:solidFill>
              <a:latin typeface="Segoe UI Bold" panose="020B0802040204020203" pitchFamily="34" charset="0"/>
              <a:cs typeface="Segoe UI Bold" panose="020B0802040204020203" pitchFamily="34" charset="0"/>
            </a:endParaRPr>
          </a:p>
        </p:txBody>
      </p:sp>
      <p:grpSp>
        <p:nvGrpSpPr>
          <p:cNvPr id="2" name="Image 39" descr="illustration d'icône de dossiers microsoft">
            <a:extLst>
              <a:ext uri="{FF2B5EF4-FFF2-40B4-BE49-F238E27FC236}">
                <a16:creationId xmlns:a16="http://schemas.microsoft.com/office/drawing/2014/main" id="{3CC561B7-26D0-4A9E-8A77-360B528A2C5B}"/>
              </a:ext>
            </a:extLst>
          </p:cNvPr>
          <p:cNvGrpSpPr/>
          <p:nvPr/>
        </p:nvGrpSpPr>
        <p:grpSpPr>
          <a:xfrm>
            <a:off x="4665479" y="5418348"/>
            <a:ext cx="475246" cy="490577"/>
            <a:chOff x="4256077" y="3413349"/>
            <a:chExt cx="664368" cy="685800"/>
          </a:xfrm>
        </p:grpSpPr>
        <p:sp>
          <p:nvSpPr>
            <p:cNvPr id="4" name="Forme libre : Forme 3">
              <a:extLst>
                <a:ext uri="{FF2B5EF4-FFF2-40B4-BE49-F238E27FC236}">
                  <a16:creationId xmlns:a16="http://schemas.microsoft.com/office/drawing/2014/main" id="{0BE8E264-2B22-45DC-BB89-81C3C786BA77}"/>
                </a:ext>
              </a:extLst>
            </p:cNvPr>
            <p:cNvSpPr/>
            <p:nvPr/>
          </p:nvSpPr>
          <p:spPr>
            <a:xfrm>
              <a:off x="4527611" y="3427708"/>
              <a:ext cx="235743" cy="235744"/>
            </a:xfrm>
            <a:custGeom>
              <a:avLst/>
              <a:gdLst>
                <a:gd name="connsiteX0" fmla="*/ 122372 w 235743"/>
                <a:gd name="connsiteY0" fmla="*/ 67294 h 235743"/>
                <a:gd name="connsiteX1" fmla="*/ 134802 w 235743"/>
                <a:gd name="connsiteY1" fmla="*/ 79724 h 235743"/>
                <a:gd name="connsiteX2" fmla="*/ 151733 w 235743"/>
                <a:gd name="connsiteY2" fmla="*/ 96655 h 235743"/>
                <a:gd name="connsiteX3" fmla="*/ 134802 w 235743"/>
                <a:gd name="connsiteY3" fmla="*/ 96655 h 235743"/>
                <a:gd name="connsiteX4" fmla="*/ 96655 w 235743"/>
                <a:gd name="connsiteY4" fmla="*/ 96655 h 235743"/>
                <a:gd name="connsiteX5" fmla="*/ 16073 w 235743"/>
                <a:gd name="connsiteY5" fmla="*/ 96655 h 235743"/>
                <a:gd name="connsiteX6" fmla="*/ 16073 w 235743"/>
                <a:gd name="connsiteY6" fmla="*/ 140375 h 235743"/>
                <a:gd name="connsiteX7" fmla="*/ 96655 w 235743"/>
                <a:gd name="connsiteY7" fmla="*/ 140375 h 235743"/>
                <a:gd name="connsiteX8" fmla="*/ 134802 w 235743"/>
                <a:gd name="connsiteY8" fmla="*/ 140375 h 235743"/>
                <a:gd name="connsiteX9" fmla="*/ 151733 w 235743"/>
                <a:gd name="connsiteY9" fmla="*/ 140375 h 235743"/>
                <a:gd name="connsiteX10" fmla="*/ 134802 w 235743"/>
                <a:gd name="connsiteY10" fmla="*/ 157305 h 235743"/>
                <a:gd name="connsiteX11" fmla="*/ 102013 w 235743"/>
                <a:gd name="connsiteY11" fmla="*/ 190310 h 235743"/>
                <a:gd name="connsiteX12" fmla="*/ 132659 w 235743"/>
                <a:gd name="connsiteY12" fmla="*/ 220956 h 235743"/>
                <a:gd name="connsiteX13" fmla="*/ 134802 w 235743"/>
                <a:gd name="connsiteY13" fmla="*/ 218813 h 235743"/>
                <a:gd name="connsiteX14" fmla="*/ 235101 w 235743"/>
                <a:gd name="connsiteY14" fmla="*/ 118515 h 235743"/>
                <a:gd name="connsiteX15" fmla="*/ 183880 w 235743"/>
                <a:gd name="connsiteY15" fmla="*/ 67294 h 235743"/>
                <a:gd name="connsiteX16" fmla="*/ 134802 w 235743"/>
                <a:gd name="connsiteY16" fmla="*/ 18217 h 235743"/>
                <a:gd name="connsiteX17" fmla="*/ 132659 w 235743"/>
                <a:gd name="connsiteY17" fmla="*/ 16073 h 235743"/>
                <a:gd name="connsiteX18" fmla="*/ 102013 w 235743"/>
                <a:gd name="connsiteY18" fmla="*/ 46720 h 235743"/>
                <a:gd name="connsiteX19" fmla="*/ 122372 w 235743"/>
                <a:gd name="connsiteY19" fmla="*/ 67294 h 235743"/>
                <a:gd name="connsiteX20" fmla="*/ 122372 w 235743"/>
                <a:gd name="connsiteY20" fmla="*/ 67294 h 235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35743" h="235743">
                  <a:moveTo>
                    <a:pt x="122372" y="67294"/>
                  </a:moveTo>
                  <a:lnTo>
                    <a:pt x="134802" y="79724"/>
                  </a:lnTo>
                  <a:lnTo>
                    <a:pt x="151733" y="96655"/>
                  </a:lnTo>
                  <a:lnTo>
                    <a:pt x="134802" y="96655"/>
                  </a:lnTo>
                  <a:lnTo>
                    <a:pt x="96655" y="96655"/>
                  </a:lnTo>
                  <a:lnTo>
                    <a:pt x="16073" y="96655"/>
                  </a:lnTo>
                  <a:lnTo>
                    <a:pt x="16073" y="140375"/>
                  </a:lnTo>
                  <a:lnTo>
                    <a:pt x="96655" y="140375"/>
                  </a:lnTo>
                  <a:lnTo>
                    <a:pt x="134802" y="140375"/>
                  </a:lnTo>
                  <a:lnTo>
                    <a:pt x="151733" y="140375"/>
                  </a:lnTo>
                  <a:lnTo>
                    <a:pt x="134802" y="157305"/>
                  </a:lnTo>
                  <a:lnTo>
                    <a:pt x="102013" y="190310"/>
                  </a:lnTo>
                  <a:lnTo>
                    <a:pt x="132659" y="220956"/>
                  </a:lnTo>
                  <a:lnTo>
                    <a:pt x="134802" y="218813"/>
                  </a:lnTo>
                  <a:lnTo>
                    <a:pt x="235101" y="118515"/>
                  </a:lnTo>
                  <a:lnTo>
                    <a:pt x="183880" y="67294"/>
                  </a:lnTo>
                  <a:lnTo>
                    <a:pt x="134802" y="18217"/>
                  </a:lnTo>
                  <a:lnTo>
                    <a:pt x="132659" y="16073"/>
                  </a:lnTo>
                  <a:lnTo>
                    <a:pt x="102013" y="46720"/>
                  </a:lnTo>
                  <a:lnTo>
                    <a:pt x="122372" y="67294"/>
                  </a:lnTo>
                  <a:lnTo>
                    <a:pt x="122372" y="67294"/>
                  </a:ln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fr-FR"/>
            </a:p>
          </p:txBody>
        </p:sp>
        <p:sp>
          <p:nvSpPr>
            <p:cNvPr id="6" name="Forme libre : Forme 5">
              <a:extLst>
                <a:ext uri="{FF2B5EF4-FFF2-40B4-BE49-F238E27FC236}">
                  <a16:creationId xmlns:a16="http://schemas.microsoft.com/office/drawing/2014/main" id="{5479F253-07AC-4F38-B7D2-3637AC546039}"/>
                </a:ext>
              </a:extLst>
            </p:cNvPr>
            <p:cNvSpPr/>
            <p:nvPr/>
          </p:nvSpPr>
          <p:spPr>
            <a:xfrm>
              <a:off x="4240004" y="3405634"/>
              <a:ext cx="150019" cy="578644"/>
            </a:xfrm>
            <a:custGeom>
              <a:avLst/>
              <a:gdLst>
                <a:gd name="connsiteX0" fmla="*/ 138874 w 150018"/>
                <a:gd name="connsiteY0" fmla="*/ 299180 h 578643"/>
                <a:gd name="connsiteX1" fmla="*/ 138874 w 150018"/>
                <a:gd name="connsiteY1" fmla="*/ 138875 h 578643"/>
                <a:gd name="connsiteX2" fmla="*/ 16073 w 150018"/>
                <a:gd name="connsiteY2" fmla="*/ 16073 h 578643"/>
                <a:gd name="connsiteX3" fmla="*/ 16073 w 150018"/>
                <a:gd name="connsiteY3" fmla="*/ 490561 h 578643"/>
                <a:gd name="connsiteX4" fmla="*/ 97941 w 150018"/>
                <a:gd name="connsiteY4" fmla="*/ 572214 h 578643"/>
                <a:gd name="connsiteX5" fmla="*/ 97941 w 150018"/>
                <a:gd name="connsiteY5" fmla="*/ 450271 h 578643"/>
                <a:gd name="connsiteX6" fmla="*/ 104370 w 150018"/>
                <a:gd name="connsiteY6" fmla="*/ 425839 h 578643"/>
                <a:gd name="connsiteX7" fmla="*/ 118300 w 150018"/>
                <a:gd name="connsiteY7" fmla="*/ 408051 h 578643"/>
                <a:gd name="connsiteX8" fmla="*/ 132445 w 150018"/>
                <a:gd name="connsiteY8" fmla="*/ 394978 h 578643"/>
                <a:gd name="connsiteX9" fmla="*/ 138874 w 150018"/>
                <a:gd name="connsiteY9" fmla="*/ 383619 h 578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0018" h="578643">
                  <a:moveTo>
                    <a:pt x="138874" y="299180"/>
                  </a:moveTo>
                  <a:lnTo>
                    <a:pt x="138874" y="138875"/>
                  </a:lnTo>
                  <a:lnTo>
                    <a:pt x="16073" y="16073"/>
                  </a:lnTo>
                  <a:lnTo>
                    <a:pt x="16073" y="490561"/>
                  </a:lnTo>
                  <a:lnTo>
                    <a:pt x="97941" y="572214"/>
                  </a:lnTo>
                  <a:lnTo>
                    <a:pt x="97941" y="450271"/>
                  </a:lnTo>
                  <a:cubicBezTo>
                    <a:pt x="97658" y="441674"/>
                    <a:pt x="99893" y="433183"/>
                    <a:pt x="104370" y="425839"/>
                  </a:cubicBezTo>
                  <a:cubicBezTo>
                    <a:pt x="108385" y="419444"/>
                    <a:pt x="113054" y="413482"/>
                    <a:pt x="118300" y="408051"/>
                  </a:cubicBezTo>
                  <a:lnTo>
                    <a:pt x="132445" y="394978"/>
                  </a:lnTo>
                  <a:cubicBezTo>
                    <a:pt x="136163" y="392329"/>
                    <a:pt x="138517" y="388169"/>
                    <a:pt x="138874" y="383619"/>
                  </a:cubicBezTo>
                  <a:close/>
                </a:path>
              </a:pathLst>
            </a:custGeom>
            <a:solidFill>
              <a:srgbClr val="93939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fr-FR"/>
            </a:p>
          </p:txBody>
        </p:sp>
        <p:sp>
          <p:nvSpPr>
            <p:cNvPr id="7" name="Forme libre : Forme 6">
              <a:extLst>
                <a:ext uri="{FF2B5EF4-FFF2-40B4-BE49-F238E27FC236}">
                  <a16:creationId xmlns:a16="http://schemas.microsoft.com/office/drawing/2014/main" id="{DD4C1AF0-A934-4200-AB81-A8534DA12550}"/>
                </a:ext>
              </a:extLst>
            </p:cNvPr>
            <p:cNvSpPr/>
            <p:nvPr/>
          </p:nvSpPr>
          <p:spPr>
            <a:xfrm>
              <a:off x="4289295" y="3397276"/>
              <a:ext cx="342900" cy="514350"/>
            </a:xfrm>
            <a:custGeom>
              <a:avLst/>
              <a:gdLst>
                <a:gd name="connsiteX0" fmla="*/ 174450 w 342899"/>
                <a:gd name="connsiteY0" fmla="*/ 389620 h 514350"/>
                <a:gd name="connsiteX1" fmla="*/ 145518 w 342899"/>
                <a:gd name="connsiteY1" fmla="*/ 360688 h 514350"/>
                <a:gd name="connsiteX2" fmla="*/ 174450 w 342899"/>
                <a:gd name="connsiteY2" fmla="*/ 331756 h 514350"/>
                <a:gd name="connsiteX3" fmla="*/ 198667 w 342899"/>
                <a:gd name="connsiteY3" fmla="*/ 307538 h 514350"/>
                <a:gd name="connsiteX4" fmla="*/ 220099 w 342899"/>
                <a:gd name="connsiteY4" fmla="*/ 286107 h 514350"/>
                <a:gd name="connsiteX5" fmla="*/ 220099 w 342899"/>
                <a:gd name="connsiteY5" fmla="*/ 211741 h 514350"/>
                <a:gd name="connsiteX6" fmla="*/ 212383 w 342899"/>
                <a:gd name="connsiteY6" fmla="*/ 211741 h 514350"/>
                <a:gd name="connsiteX7" fmla="*/ 212383 w 342899"/>
                <a:gd name="connsiteY7" fmla="*/ 86368 h 514350"/>
                <a:gd name="connsiteX8" fmla="*/ 290607 w 342899"/>
                <a:gd name="connsiteY8" fmla="*/ 86368 h 514350"/>
                <a:gd name="connsiteX9" fmla="*/ 281392 w 342899"/>
                <a:gd name="connsiteY9" fmla="*/ 76938 h 514350"/>
                <a:gd name="connsiteX10" fmla="*/ 311396 w 342899"/>
                <a:gd name="connsiteY10" fmla="*/ 48220 h 514350"/>
                <a:gd name="connsiteX11" fmla="*/ 335184 w 342899"/>
                <a:gd name="connsiteY11" fmla="*/ 24432 h 514350"/>
                <a:gd name="connsiteX12" fmla="*/ 335184 w 342899"/>
                <a:gd name="connsiteY12" fmla="*/ 16073 h 514350"/>
                <a:gd name="connsiteX13" fmla="*/ 16073 w 342899"/>
                <a:gd name="connsiteY13" fmla="*/ 16073 h 514350"/>
                <a:gd name="connsiteX14" fmla="*/ 118729 w 342899"/>
                <a:gd name="connsiteY14" fmla="*/ 118301 h 514350"/>
                <a:gd name="connsiteX15" fmla="*/ 127301 w 342899"/>
                <a:gd name="connsiteY15" fmla="*/ 131588 h 514350"/>
                <a:gd name="connsiteX16" fmla="*/ 130516 w 342899"/>
                <a:gd name="connsiteY16" fmla="*/ 147233 h 514350"/>
                <a:gd name="connsiteX17" fmla="*/ 130516 w 342899"/>
                <a:gd name="connsiteY17" fmla="*/ 391978 h 514350"/>
                <a:gd name="connsiteX18" fmla="*/ 124087 w 342899"/>
                <a:gd name="connsiteY18" fmla="*/ 416409 h 514350"/>
                <a:gd name="connsiteX19" fmla="*/ 109942 w 342899"/>
                <a:gd name="connsiteY19" fmla="*/ 434197 h 514350"/>
                <a:gd name="connsiteX20" fmla="*/ 95369 w 342899"/>
                <a:gd name="connsiteY20" fmla="*/ 447270 h 514350"/>
                <a:gd name="connsiteX21" fmla="*/ 88940 w 342899"/>
                <a:gd name="connsiteY21" fmla="*/ 458629 h 514350"/>
                <a:gd name="connsiteX22" fmla="*/ 88940 w 342899"/>
                <a:gd name="connsiteY22" fmla="*/ 507063 h 514350"/>
                <a:gd name="connsiteX23" fmla="*/ 220527 w 342899"/>
                <a:gd name="connsiteY23" fmla="*/ 507063 h 514350"/>
                <a:gd name="connsiteX24" fmla="*/ 220527 w 342899"/>
                <a:gd name="connsiteY24" fmla="*/ 436555 h 514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342899" h="514350">
                  <a:moveTo>
                    <a:pt x="174450" y="389620"/>
                  </a:moveTo>
                  <a:lnTo>
                    <a:pt x="145518" y="360688"/>
                  </a:lnTo>
                  <a:lnTo>
                    <a:pt x="174450" y="331756"/>
                  </a:lnTo>
                  <a:lnTo>
                    <a:pt x="198667" y="307538"/>
                  </a:lnTo>
                  <a:lnTo>
                    <a:pt x="220099" y="286107"/>
                  </a:lnTo>
                  <a:lnTo>
                    <a:pt x="220099" y="211741"/>
                  </a:lnTo>
                  <a:lnTo>
                    <a:pt x="212383" y="211741"/>
                  </a:lnTo>
                  <a:lnTo>
                    <a:pt x="212383" y="86368"/>
                  </a:lnTo>
                  <a:lnTo>
                    <a:pt x="290607" y="86368"/>
                  </a:lnTo>
                  <a:lnTo>
                    <a:pt x="281392" y="76938"/>
                  </a:lnTo>
                  <a:lnTo>
                    <a:pt x="311396" y="48220"/>
                  </a:lnTo>
                  <a:lnTo>
                    <a:pt x="335184" y="24432"/>
                  </a:lnTo>
                  <a:lnTo>
                    <a:pt x="335184" y="16073"/>
                  </a:lnTo>
                  <a:lnTo>
                    <a:pt x="16073" y="16073"/>
                  </a:lnTo>
                  <a:lnTo>
                    <a:pt x="118729" y="118301"/>
                  </a:lnTo>
                  <a:cubicBezTo>
                    <a:pt x="122359" y="122180"/>
                    <a:pt x="125263" y="126681"/>
                    <a:pt x="127301" y="131588"/>
                  </a:cubicBezTo>
                  <a:cubicBezTo>
                    <a:pt x="129344" y="136555"/>
                    <a:pt x="130434" y="141862"/>
                    <a:pt x="130516" y="147233"/>
                  </a:cubicBezTo>
                  <a:lnTo>
                    <a:pt x="130516" y="391978"/>
                  </a:lnTo>
                  <a:cubicBezTo>
                    <a:pt x="130799" y="400574"/>
                    <a:pt x="128564" y="409065"/>
                    <a:pt x="124087" y="416409"/>
                  </a:cubicBezTo>
                  <a:cubicBezTo>
                    <a:pt x="120069" y="422860"/>
                    <a:pt x="115323" y="428829"/>
                    <a:pt x="109942" y="434197"/>
                  </a:cubicBezTo>
                  <a:lnTo>
                    <a:pt x="95369" y="447270"/>
                  </a:lnTo>
                  <a:cubicBezTo>
                    <a:pt x="91651" y="449919"/>
                    <a:pt x="89297" y="454079"/>
                    <a:pt x="88940" y="458629"/>
                  </a:cubicBezTo>
                  <a:lnTo>
                    <a:pt x="88940" y="507063"/>
                  </a:lnTo>
                  <a:lnTo>
                    <a:pt x="220527" y="507063"/>
                  </a:lnTo>
                  <a:lnTo>
                    <a:pt x="220527" y="436555"/>
                  </a:lnTo>
                  <a:close/>
                </a:path>
              </a:pathLst>
            </a:custGeom>
            <a:solidFill>
              <a:srgbClr val="93939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fr-FR"/>
            </a:p>
          </p:txBody>
        </p:sp>
        <p:sp>
          <p:nvSpPr>
            <p:cNvPr id="8" name="Forme libre : Forme 7">
              <a:extLst>
                <a:ext uri="{FF2B5EF4-FFF2-40B4-BE49-F238E27FC236}">
                  <a16:creationId xmlns:a16="http://schemas.microsoft.com/office/drawing/2014/main" id="{95BE4B34-A671-4C4F-9E12-48CD1320315E}"/>
                </a:ext>
              </a:extLst>
            </p:cNvPr>
            <p:cNvSpPr/>
            <p:nvPr/>
          </p:nvSpPr>
          <p:spPr>
            <a:xfrm>
              <a:off x="4494392" y="3592943"/>
              <a:ext cx="85725" cy="85725"/>
            </a:xfrm>
            <a:custGeom>
              <a:avLst/>
              <a:gdLst>
                <a:gd name="connsiteX0" fmla="*/ 22288 w 85724"/>
                <a:gd name="connsiteY0" fmla="*/ 83153 h 85725"/>
                <a:gd name="connsiteX1" fmla="*/ 69651 w 85724"/>
                <a:gd name="connsiteY1" fmla="*/ 35790 h 85725"/>
                <a:gd name="connsiteX2" fmla="*/ 71795 w 85724"/>
                <a:gd name="connsiteY2" fmla="*/ 33647 h 85725"/>
                <a:gd name="connsiteX3" fmla="*/ 78867 w 85724"/>
                <a:gd name="connsiteY3" fmla="*/ 26575 h 85725"/>
                <a:gd name="connsiteX4" fmla="*/ 88940 w 85724"/>
                <a:gd name="connsiteY4" fmla="*/ 16073 h 85725"/>
                <a:gd name="connsiteX5" fmla="*/ 49292 w 85724"/>
                <a:gd name="connsiteY5" fmla="*/ 16073 h 85725"/>
                <a:gd name="connsiteX6" fmla="*/ 22288 w 85724"/>
                <a:gd name="connsiteY6" fmla="*/ 16073 h 85725"/>
                <a:gd name="connsiteX7" fmla="*/ 16073 w 85724"/>
                <a:gd name="connsiteY7" fmla="*/ 16073 h 85725"/>
                <a:gd name="connsiteX8" fmla="*/ 16073 w 85724"/>
                <a:gd name="connsiteY8" fmla="*/ 89368 h 85725"/>
                <a:gd name="connsiteX9" fmla="*/ 22288 w 85724"/>
                <a:gd name="connsiteY9" fmla="*/ 83153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5724" h="85725">
                  <a:moveTo>
                    <a:pt x="22288" y="83153"/>
                  </a:moveTo>
                  <a:lnTo>
                    <a:pt x="69651" y="35790"/>
                  </a:lnTo>
                  <a:lnTo>
                    <a:pt x="71795" y="33647"/>
                  </a:lnTo>
                  <a:lnTo>
                    <a:pt x="78867" y="26575"/>
                  </a:lnTo>
                  <a:lnTo>
                    <a:pt x="88940" y="16073"/>
                  </a:lnTo>
                  <a:lnTo>
                    <a:pt x="49292" y="16073"/>
                  </a:lnTo>
                  <a:lnTo>
                    <a:pt x="22288" y="16073"/>
                  </a:lnTo>
                  <a:lnTo>
                    <a:pt x="16073" y="16073"/>
                  </a:lnTo>
                  <a:lnTo>
                    <a:pt x="16073" y="89368"/>
                  </a:lnTo>
                  <a:lnTo>
                    <a:pt x="22288" y="83153"/>
                  </a:lnTo>
                  <a:close/>
                </a:path>
              </a:pathLst>
            </a:custGeom>
            <a:solidFill>
              <a:srgbClr val="C2C2C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fr-FR"/>
            </a:p>
          </p:txBody>
        </p:sp>
        <p:sp>
          <p:nvSpPr>
            <p:cNvPr id="9" name="Forme libre : Forme 8">
              <a:extLst>
                <a:ext uri="{FF2B5EF4-FFF2-40B4-BE49-F238E27FC236}">
                  <a16:creationId xmlns:a16="http://schemas.microsoft.com/office/drawing/2014/main" id="{8E1D3DD7-9832-486E-B168-49D4C83A99F6}"/>
                </a:ext>
              </a:extLst>
            </p:cNvPr>
            <p:cNvSpPr/>
            <p:nvPr/>
          </p:nvSpPr>
          <p:spPr>
            <a:xfrm>
              <a:off x="4494392" y="3478929"/>
              <a:ext cx="385762" cy="621506"/>
            </a:xfrm>
            <a:custGeom>
              <a:avLst/>
              <a:gdLst>
                <a:gd name="connsiteX0" fmla="*/ 343328 w 385762"/>
                <a:gd name="connsiteY0" fmla="*/ 225885 h 621506"/>
                <a:gd name="connsiteX1" fmla="*/ 343328 w 385762"/>
                <a:gd name="connsiteY1" fmla="*/ 16073 h 621506"/>
                <a:gd name="connsiteX2" fmla="*/ 299609 w 385762"/>
                <a:gd name="connsiteY2" fmla="*/ 16073 h 621506"/>
                <a:gd name="connsiteX3" fmla="*/ 338185 w 385762"/>
                <a:gd name="connsiteY3" fmla="*/ 54864 h 621506"/>
                <a:gd name="connsiteX4" fmla="*/ 326183 w 385762"/>
                <a:gd name="connsiteY4" fmla="*/ 67294 h 621506"/>
                <a:gd name="connsiteX5" fmla="*/ 297251 w 385762"/>
                <a:gd name="connsiteY5" fmla="*/ 96226 h 621506"/>
                <a:gd name="connsiteX6" fmla="*/ 196953 w 385762"/>
                <a:gd name="connsiteY6" fmla="*/ 196525 h 621506"/>
                <a:gd name="connsiteX7" fmla="*/ 194810 w 385762"/>
                <a:gd name="connsiteY7" fmla="*/ 198882 h 621506"/>
                <a:gd name="connsiteX8" fmla="*/ 187738 w 385762"/>
                <a:gd name="connsiteY8" fmla="*/ 205740 h 621506"/>
                <a:gd name="connsiteX9" fmla="*/ 177236 w 385762"/>
                <a:gd name="connsiteY9" fmla="*/ 216456 h 621506"/>
                <a:gd name="connsiteX10" fmla="*/ 217313 w 385762"/>
                <a:gd name="connsiteY10" fmla="*/ 216456 h 621506"/>
                <a:gd name="connsiteX11" fmla="*/ 258246 w 385762"/>
                <a:gd name="connsiteY11" fmla="*/ 216456 h 621506"/>
                <a:gd name="connsiteX12" fmla="*/ 258246 w 385762"/>
                <a:gd name="connsiteY12" fmla="*/ 225885 h 621506"/>
                <a:gd name="connsiteX13" fmla="*/ 258246 w 385762"/>
                <a:gd name="connsiteY13" fmla="*/ 257389 h 621506"/>
                <a:gd name="connsiteX14" fmla="*/ 258246 w 385762"/>
                <a:gd name="connsiteY14" fmla="*/ 300895 h 621506"/>
                <a:gd name="connsiteX15" fmla="*/ 258246 w 385762"/>
                <a:gd name="connsiteY15" fmla="*/ 341828 h 621506"/>
                <a:gd name="connsiteX16" fmla="*/ 217313 w 385762"/>
                <a:gd name="connsiteY16" fmla="*/ 341828 h 621506"/>
                <a:gd name="connsiteX17" fmla="*/ 180022 w 385762"/>
                <a:gd name="connsiteY17" fmla="*/ 341828 h 621506"/>
                <a:gd name="connsiteX18" fmla="*/ 189023 w 385762"/>
                <a:gd name="connsiteY18" fmla="*/ 351044 h 621506"/>
                <a:gd name="connsiteX19" fmla="*/ 129873 w 385762"/>
                <a:gd name="connsiteY19" fmla="*/ 410194 h 621506"/>
                <a:gd name="connsiteX20" fmla="*/ 129659 w 385762"/>
                <a:gd name="connsiteY20" fmla="*/ 410623 h 621506"/>
                <a:gd name="connsiteX21" fmla="*/ 114657 w 385762"/>
                <a:gd name="connsiteY21" fmla="*/ 425410 h 621506"/>
                <a:gd name="connsiteX22" fmla="*/ 100727 w 385762"/>
                <a:gd name="connsiteY22" fmla="*/ 439555 h 621506"/>
                <a:gd name="connsiteX23" fmla="*/ 86582 w 385762"/>
                <a:gd name="connsiteY23" fmla="*/ 425410 h 621506"/>
                <a:gd name="connsiteX24" fmla="*/ 71795 w 385762"/>
                <a:gd name="connsiteY24" fmla="*/ 410623 h 621506"/>
                <a:gd name="connsiteX25" fmla="*/ 69651 w 385762"/>
                <a:gd name="connsiteY25" fmla="*/ 408265 h 621506"/>
                <a:gd name="connsiteX26" fmla="*/ 22288 w 385762"/>
                <a:gd name="connsiteY26" fmla="*/ 361117 h 621506"/>
                <a:gd name="connsiteX27" fmla="*/ 16073 w 385762"/>
                <a:gd name="connsiteY27" fmla="*/ 354902 h 621506"/>
                <a:gd name="connsiteX28" fmla="*/ 16073 w 385762"/>
                <a:gd name="connsiteY28" fmla="*/ 425410 h 621506"/>
                <a:gd name="connsiteX29" fmla="*/ 16073 w 385762"/>
                <a:gd name="connsiteY29" fmla="*/ 619577 h 621506"/>
                <a:gd name="connsiteX30" fmla="*/ 22288 w 385762"/>
                <a:gd name="connsiteY30" fmla="*/ 619577 h 621506"/>
                <a:gd name="connsiteX31" fmla="*/ 384262 w 385762"/>
                <a:gd name="connsiteY31" fmla="*/ 619577 h 621506"/>
                <a:gd name="connsiteX32" fmla="*/ 384262 w 385762"/>
                <a:gd name="connsiteY32" fmla="*/ 326612 h 621506"/>
                <a:gd name="connsiteX33" fmla="*/ 343328 w 385762"/>
                <a:gd name="connsiteY33" fmla="*/ 285679 h 621506"/>
                <a:gd name="connsiteX34" fmla="*/ 343328 w 385762"/>
                <a:gd name="connsiteY34" fmla="*/ 225885 h 621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85762" h="621506">
                  <a:moveTo>
                    <a:pt x="343328" y="225885"/>
                  </a:moveTo>
                  <a:lnTo>
                    <a:pt x="343328" y="16073"/>
                  </a:lnTo>
                  <a:lnTo>
                    <a:pt x="299609" y="16073"/>
                  </a:lnTo>
                  <a:lnTo>
                    <a:pt x="338185" y="54864"/>
                  </a:lnTo>
                  <a:lnTo>
                    <a:pt x="326183" y="67294"/>
                  </a:lnTo>
                  <a:lnTo>
                    <a:pt x="297251" y="96226"/>
                  </a:lnTo>
                  <a:lnTo>
                    <a:pt x="196953" y="196525"/>
                  </a:lnTo>
                  <a:lnTo>
                    <a:pt x="194810" y="198882"/>
                  </a:lnTo>
                  <a:lnTo>
                    <a:pt x="187738" y="205740"/>
                  </a:lnTo>
                  <a:lnTo>
                    <a:pt x="177236" y="216456"/>
                  </a:lnTo>
                  <a:lnTo>
                    <a:pt x="217313" y="216456"/>
                  </a:lnTo>
                  <a:lnTo>
                    <a:pt x="258246" y="216456"/>
                  </a:lnTo>
                  <a:lnTo>
                    <a:pt x="258246" y="225885"/>
                  </a:lnTo>
                  <a:lnTo>
                    <a:pt x="258246" y="257389"/>
                  </a:lnTo>
                  <a:lnTo>
                    <a:pt x="258246" y="300895"/>
                  </a:lnTo>
                  <a:lnTo>
                    <a:pt x="258246" y="341828"/>
                  </a:lnTo>
                  <a:lnTo>
                    <a:pt x="217313" y="341828"/>
                  </a:lnTo>
                  <a:lnTo>
                    <a:pt x="180022" y="341828"/>
                  </a:lnTo>
                  <a:lnTo>
                    <a:pt x="189023" y="351044"/>
                  </a:lnTo>
                  <a:lnTo>
                    <a:pt x="129873" y="410194"/>
                  </a:lnTo>
                  <a:lnTo>
                    <a:pt x="129659" y="410623"/>
                  </a:lnTo>
                  <a:lnTo>
                    <a:pt x="114657" y="425410"/>
                  </a:lnTo>
                  <a:lnTo>
                    <a:pt x="100727" y="439555"/>
                  </a:lnTo>
                  <a:lnTo>
                    <a:pt x="86582" y="425410"/>
                  </a:lnTo>
                  <a:lnTo>
                    <a:pt x="71795" y="410623"/>
                  </a:lnTo>
                  <a:lnTo>
                    <a:pt x="69651" y="408265"/>
                  </a:lnTo>
                  <a:lnTo>
                    <a:pt x="22288" y="361117"/>
                  </a:lnTo>
                  <a:lnTo>
                    <a:pt x="16073" y="354902"/>
                  </a:lnTo>
                  <a:lnTo>
                    <a:pt x="16073" y="425410"/>
                  </a:lnTo>
                  <a:lnTo>
                    <a:pt x="16073" y="619577"/>
                  </a:lnTo>
                  <a:lnTo>
                    <a:pt x="22288" y="619577"/>
                  </a:lnTo>
                  <a:lnTo>
                    <a:pt x="384262" y="619577"/>
                  </a:lnTo>
                  <a:lnTo>
                    <a:pt x="384262" y="326612"/>
                  </a:lnTo>
                  <a:lnTo>
                    <a:pt x="343328" y="285679"/>
                  </a:lnTo>
                  <a:lnTo>
                    <a:pt x="343328" y="225885"/>
                  </a:lnTo>
                  <a:close/>
                </a:path>
              </a:pathLst>
            </a:custGeom>
            <a:solidFill>
              <a:srgbClr val="C2C2C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fr-FR"/>
            </a:p>
          </p:txBody>
        </p:sp>
        <p:sp>
          <p:nvSpPr>
            <p:cNvPr id="10" name="Forme libre : Forme 9">
              <a:extLst>
                <a:ext uri="{FF2B5EF4-FFF2-40B4-BE49-F238E27FC236}">
                  <a16:creationId xmlns:a16="http://schemas.microsoft.com/office/drawing/2014/main" id="{2145B317-658F-4E45-8278-5AF60A3F350C}"/>
                </a:ext>
              </a:extLst>
            </p:cNvPr>
            <p:cNvSpPr/>
            <p:nvPr/>
          </p:nvSpPr>
          <p:spPr>
            <a:xfrm>
              <a:off x="4862581" y="3478929"/>
              <a:ext cx="64294" cy="300038"/>
            </a:xfrm>
            <a:custGeom>
              <a:avLst/>
              <a:gdLst>
                <a:gd name="connsiteX0" fmla="*/ 16073 w 64293"/>
                <a:gd name="connsiteY0" fmla="*/ 16073 h 300037"/>
                <a:gd name="connsiteX1" fmla="*/ 16073 w 64293"/>
                <a:gd name="connsiteY1" fmla="*/ 225885 h 300037"/>
                <a:gd name="connsiteX2" fmla="*/ 16073 w 64293"/>
                <a:gd name="connsiteY2" fmla="*/ 268319 h 300037"/>
                <a:gd name="connsiteX3" fmla="*/ 36433 w 64293"/>
                <a:gd name="connsiteY3" fmla="*/ 289108 h 300037"/>
                <a:gd name="connsiteX4" fmla="*/ 57007 w 64293"/>
                <a:gd name="connsiteY4" fmla="*/ 268319 h 300037"/>
                <a:gd name="connsiteX5" fmla="*/ 57007 w 64293"/>
                <a:gd name="connsiteY5" fmla="*/ 225885 h 300037"/>
                <a:gd name="connsiteX6" fmla="*/ 57007 w 64293"/>
                <a:gd name="connsiteY6" fmla="*/ 16073 h 300037"/>
                <a:gd name="connsiteX7" fmla="*/ 16073 w 64293"/>
                <a:gd name="connsiteY7" fmla="*/ 16073 h 3000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4293" h="300037">
                  <a:moveTo>
                    <a:pt x="16073" y="16073"/>
                  </a:moveTo>
                  <a:lnTo>
                    <a:pt x="16073" y="225885"/>
                  </a:lnTo>
                  <a:lnTo>
                    <a:pt x="16073" y="268319"/>
                  </a:lnTo>
                  <a:lnTo>
                    <a:pt x="36433" y="289108"/>
                  </a:lnTo>
                  <a:lnTo>
                    <a:pt x="57007" y="268319"/>
                  </a:lnTo>
                  <a:lnTo>
                    <a:pt x="57007" y="225885"/>
                  </a:lnTo>
                  <a:lnTo>
                    <a:pt x="57007" y="16073"/>
                  </a:lnTo>
                  <a:lnTo>
                    <a:pt x="16073" y="16073"/>
                  </a:lnTo>
                  <a:close/>
                </a:path>
              </a:pathLst>
            </a:custGeom>
            <a:solidFill>
              <a:srgbClr val="C2C2C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fr-FR"/>
            </a:p>
          </p:txBody>
        </p:sp>
        <p:sp>
          <p:nvSpPr>
            <p:cNvPr id="11" name="Forme libre : Forme 10">
              <a:extLst>
                <a:ext uri="{FF2B5EF4-FFF2-40B4-BE49-F238E27FC236}">
                  <a16:creationId xmlns:a16="http://schemas.microsoft.com/office/drawing/2014/main" id="{448A4E13-6D36-45D8-A546-D93DDD44D706}"/>
                </a:ext>
              </a:extLst>
            </p:cNvPr>
            <p:cNvSpPr/>
            <p:nvPr/>
          </p:nvSpPr>
          <p:spPr>
            <a:xfrm>
              <a:off x="4476604" y="3639449"/>
              <a:ext cx="235743" cy="235744"/>
            </a:xfrm>
            <a:custGeom>
              <a:avLst/>
              <a:gdLst>
                <a:gd name="connsiteX0" fmla="*/ 147661 w 235743"/>
                <a:gd name="connsiteY0" fmla="*/ 140375 h 235743"/>
                <a:gd name="connsiteX1" fmla="*/ 235101 w 235743"/>
                <a:gd name="connsiteY1" fmla="*/ 140375 h 235743"/>
                <a:gd name="connsiteX2" fmla="*/ 235101 w 235743"/>
                <a:gd name="connsiteY2" fmla="*/ 96869 h 235743"/>
                <a:gd name="connsiteX3" fmla="*/ 147661 w 235743"/>
                <a:gd name="connsiteY3" fmla="*/ 96869 h 235743"/>
                <a:gd name="connsiteX4" fmla="*/ 116157 w 235743"/>
                <a:gd name="connsiteY4" fmla="*/ 96869 h 235743"/>
                <a:gd name="connsiteX5" fmla="*/ 99441 w 235743"/>
                <a:gd name="connsiteY5" fmla="*/ 96869 h 235743"/>
                <a:gd name="connsiteX6" fmla="*/ 116157 w 235743"/>
                <a:gd name="connsiteY6" fmla="*/ 79939 h 235743"/>
                <a:gd name="connsiteX7" fmla="*/ 130730 w 235743"/>
                <a:gd name="connsiteY7" fmla="*/ 65365 h 235743"/>
                <a:gd name="connsiteX8" fmla="*/ 147661 w 235743"/>
                <a:gd name="connsiteY8" fmla="*/ 48006 h 235743"/>
                <a:gd name="connsiteX9" fmla="*/ 149161 w 235743"/>
                <a:gd name="connsiteY9" fmla="*/ 46720 h 235743"/>
                <a:gd name="connsiteX10" fmla="*/ 147661 w 235743"/>
                <a:gd name="connsiteY10" fmla="*/ 45434 h 235743"/>
                <a:gd name="connsiteX11" fmla="*/ 118515 w 235743"/>
                <a:gd name="connsiteY11" fmla="*/ 16073 h 235743"/>
                <a:gd name="connsiteX12" fmla="*/ 116157 w 235743"/>
                <a:gd name="connsiteY12" fmla="*/ 18217 h 235743"/>
                <a:gd name="connsiteX13" fmla="*/ 69223 w 235743"/>
                <a:gd name="connsiteY13" fmla="*/ 65365 h 235743"/>
                <a:gd name="connsiteX14" fmla="*/ 40076 w 235743"/>
                <a:gd name="connsiteY14" fmla="*/ 94512 h 235743"/>
                <a:gd name="connsiteX15" fmla="*/ 33861 w 235743"/>
                <a:gd name="connsiteY15" fmla="*/ 100727 h 235743"/>
                <a:gd name="connsiteX16" fmla="*/ 16073 w 235743"/>
                <a:gd name="connsiteY16" fmla="*/ 118515 h 235743"/>
                <a:gd name="connsiteX17" fmla="*/ 33861 w 235743"/>
                <a:gd name="connsiteY17" fmla="*/ 136303 h 235743"/>
                <a:gd name="connsiteX18" fmla="*/ 40076 w 235743"/>
                <a:gd name="connsiteY18" fmla="*/ 142732 h 235743"/>
                <a:gd name="connsiteX19" fmla="*/ 116157 w 235743"/>
                <a:gd name="connsiteY19" fmla="*/ 218813 h 235743"/>
                <a:gd name="connsiteX20" fmla="*/ 118515 w 235743"/>
                <a:gd name="connsiteY20" fmla="*/ 221171 h 235743"/>
                <a:gd name="connsiteX21" fmla="*/ 147661 w 235743"/>
                <a:gd name="connsiteY21" fmla="*/ 191810 h 235743"/>
                <a:gd name="connsiteX22" fmla="*/ 149161 w 235743"/>
                <a:gd name="connsiteY22" fmla="*/ 190524 h 235743"/>
                <a:gd name="connsiteX23" fmla="*/ 147661 w 235743"/>
                <a:gd name="connsiteY23" fmla="*/ 189024 h 235743"/>
                <a:gd name="connsiteX24" fmla="*/ 116157 w 235743"/>
                <a:gd name="connsiteY24" fmla="*/ 157305 h 235743"/>
                <a:gd name="connsiteX25" fmla="*/ 99441 w 235743"/>
                <a:gd name="connsiteY25" fmla="*/ 140375 h 235743"/>
                <a:gd name="connsiteX26" fmla="*/ 116157 w 235743"/>
                <a:gd name="connsiteY26" fmla="*/ 140375 h 235743"/>
                <a:gd name="connsiteX27" fmla="*/ 147661 w 235743"/>
                <a:gd name="connsiteY27" fmla="*/ 140375 h 235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5743" h="235743">
                  <a:moveTo>
                    <a:pt x="147661" y="140375"/>
                  </a:moveTo>
                  <a:lnTo>
                    <a:pt x="235101" y="140375"/>
                  </a:lnTo>
                  <a:lnTo>
                    <a:pt x="235101" y="96869"/>
                  </a:lnTo>
                  <a:lnTo>
                    <a:pt x="147661" y="96869"/>
                  </a:lnTo>
                  <a:lnTo>
                    <a:pt x="116157" y="96869"/>
                  </a:lnTo>
                  <a:lnTo>
                    <a:pt x="99441" y="96869"/>
                  </a:lnTo>
                  <a:lnTo>
                    <a:pt x="116157" y="79939"/>
                  </a:lnTo>
                  <a:lnTo>
                    <a:pt x="130730" y="65365"/>
                  </a:lnTo>
                  <a:lnTo>
                    <a:pt x="147661" y="48006"/>
                  </a:lnTo>
                  <a:lnTo>
                    <a:pt x="149161" y="46720"/>
                  </a:lnTo>
                  <a:lnTo>
                    <a:pt x="147661" y="45434"/>
                  </a:lnTo>
                  <a:lnTo>
                    <a:pt x="118515" y="16073"/>
                  </a:lnTo>
                  <a:lnTo>
                    <a:pt x="116157" y="18217"/>
                  </a:lnTo>
                  <a:lnTo>
                    <a:pt x="69223" y="65365"/>
                  </a:lnTo>
                  <a:lnTo>
                    <a:pt x="40076" y="94512"/>
                  </a:lnTo>
                  <a:lnTo>
                    <a:pt x="33861" y="100727"/>
                  </a:lnTo>
                  <a:lnTo>
                    <a:pt x="16073" y="118515"/>
                  </a:lnTo>
                  <a:lnTo>
                    <a:pt x="33861" y="136303"/>
                  </a:lnTo>
                  <a:lnTo>
                    <a:pt x="40076" y="142732"/>
                  </a:lnTo>
                  <a:lnTo>
                    <a:pt x="116157" y="218813"/>
                  </a:lnTo>
                  <a:lnTo>
                    <a:pt x="118515" y="221171"/>
                  </a:lnTo>
                  <a:lnTo>
                    <a:pt x="147661" y="191810"/>
                  </a:lnTo>
                  <a:lnTo>
                    <a:pt x="149161" y="190524"/>
                  </a:lnTo>
                  <a:lnTo>
                    <a:pt x="147661" y="189024"/>
                  </a:lnTo>
                  <a:lnTo>
                    <a:pt x="116157" y="157305"/>
                  </a:lnTo>
                  <a:lnTo>
                    <a:pt x="99441" y="140375"/>
                  </a:lnTo>
                  <a:lnTo>
                    <a:pt x="116157" y="140375"/>
                  </a:lnTo>
                  <a:lnTo>
                    <a:pt x="147661" y="140375"/>
                  </a:ln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fr-FR"/>
            </a:p>
          </p:txBody>
        </p:sp>
      </p:grpSp>
      <p:grpSp>
        <p:nvGrpSpPr>
          <p:cNvPr id="12" name="Image 13" descr="illustration d'une icône de personnes microsoft">
            <a:extLst>
              <a:ext uri="{FF2B5EF4-FFF2-40B4-BE49-F238E27FC236}">
                <a16:creationId xmlns:a16="http://schemas.microsoft.com/office/drawing/2014/main" id="{A58140DB-5424-40C3-8DE4-E16971EB394C}"/>
              </a:ext>
            </a:extLst>
          </p:cNvPr>
          <p:cNvGrpSpPr/>
          <p:nvPr/>
        </p:nvGrpSpPr>
        <p:grpSpPr>
          <a:xfrm>
            <a:off x="4647082" y="2237274"/>
            <a:ext cx="475247" cy="490577"/>
            <a:chOff x="4250041" y="4424848"/>
            <a:chExt cx="664369" cy="685800"/>
          </a:xfrm>
        </p:grpSpPr>
        <p:sp>
          <p:nvSpPr>
            <p:cNvPr id="13" name="Forme libre : Forme 12">
              <a:extLst>
                <a:ext uri="{FF2B5EF4-FFF2-40B4-BE49-F238E27FC236}">
                  <a16:creationId xmlns:a16="http://schemas.microsoft.com/office/drawing/2014/main" id="{84A91EF6-A490-4E77-9BD5-6EC8A6A37E70}"/>
                </a:ext>
              </a:extLst>
            </p:cNvPr>
            <p:cNvSpPr/>
            <p:nvPr/>
          </p:nvSpPr>
          <p:spPr>
            <a:xfrm>
              <a:off x="4325908" y="4409203"/>
              <a:ext cx="385763" cy="385763"/>
            </a:xfrm>
            <a:custGeom>
              <a:avLst/>
              <a:gdLst>
                <a:gd name="connsiteX0" fmla="*/ 199311 w 385762"/>
                <a:gd name="connsiteY0" fmla="*/ 382119 h 385762"/>
                <a:gd name="connsiteX1" fmla="*/ 382119 w 385762"/>
                <a:gd name="connsiteY1" fmla="*/ 198882 h 385762"/>
                <a:gd name="connsiteX2" fmla="*/ 198882 w 385762"/>
                <a:gd name="connsiteY2" fmla="*/ 16074 h 385762"/>
                <a:gd name="connsiteX3" fmla="*/ 16073 w 385762"/>
                <a:gd name="connsiteY3" fmla="*/ 198882 h 385762"/>
                <a:gd name="connsiteX4" fmla="*/ 199311 w 385762"/>
                <a:gd name="connsiteY4" fmla="*/ 382119 h 385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5762" h="385762">
                  <a:moveTo>
                    <a:pt x="199311" y="382119"/>
                  </a:moveTo>
                  <a:cubicBezTo>
                    <a:pt x="300391" y="382001"/>
                    <a:pt x="382237" y="299962"/>
                    <a:pt x="382119" y="198882"/>
                  </a:cubicBezTo>
                  <a:cubicBezTo>
                    <a:pt x="382001" y="97801"/>
                    <a:pt x="299963" y="15955"/>
                    <a:pt x="198882" y="16074"/>
                  </a:cubicBezTo>
                  <a:cubicBezTo>
                    <a:pt x="97968" y="16192"/>
                    <a:pt x="16192" y="97969"/>
                    <a:pt x="16073" y="198882"/>
                  </a:cubicBezTo>
                  <a:cubicBezTo>
                    <a:pt x="16073" y="300080"/>
                    <a:pt x="98111" y="382119"/>
                    <a:pt x="199311" y="382119"/>
                  </a:cubicBezTo>
                  <a:close/>
                </a:path>
              </a:pathLst>
            </a:custGeom>
            <a:solidFill>
              <a:srgbClr val="C2C2C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fr-FR"/>
            </a:p>
          </p:txBody>
        </p:sp>
        <p:sp>
          <p:nvSpPr>
            <p:cNvPr id="15" name="Forme libre : Forme 14">
              <a:extLst>
                <a:ext uri="{FF2B5EF4-FFF2-40B4-BE49-F238E27FC236}">
                  <a16:creationId xmlns:a16="http://schemas.microsoft.com/office/drawing/2014/main" id="{886E28BE-7A12-403B-92BF-9B4E4CE05A44}"/>
                </a:ext>
              </a:extLst>
            </p:cNvPr>
            <p:cNvSpPr/>
            <p:nvPr/>
          </p:nvSpPr>
          <p:spPr>
            <a:xfrm>
              <a:off x="4233967" y="4818969"/>
              <a:ext cx="578644" cy="300038"/>
            </a:xfrm>
            <a:custGeom>
              <a:avLst/>
              <a:gdLst>
                <a:gd name="connsiteX0" fmla="*/ 290823 w 578643"/>
                <a:gd name="connsiteY0" fmla="*/ 16073 h 300037"/>
                <a:gd name="connsiteX1" fmla="*/ 16074 w 578643"/>
                <a:gd name="connsiteY1" fmla="*/ 291251 h 300037"/>
                <a:gd name="connsiteX2" fmla="*/ 16074 w 578643"/>
                <a:gd name="connsiteY2" fmla="*/ 291679 h 300037"/>
                <a:gd name="connsiteX3" fmla="*/ 565786 w 578643"/>
                <a:gd name="connsiteY3" fmla="*/ 291679 h 300037"/>
                <a:gd name="connsiteX4" fmla="*/ 291466 w 578643"/>
                <a:gd name="connsiteY4" fmla="*/ 16073 h 300037"/>
                <a:gd name="connsiteX5" fmla="*/ 290823 w 578643"/>
                <a:gd name="connsiteY5" fmla="*/ 16073 h 3000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8643" h="300037">
                  <a:moveTo>
                    <a:pt x="290823" y="16073"/>
                  </a:moveTo>
                  <a:cubicBezTo>
                    <a:pt x="138965" y="16191"/>
                    <a:pt x="15956" y="139391"/>
                    <a:pt x="16074" y="291251"/>
                  </a:cubicBezTo>
                  <a:cubicBezTo>
                    <a:pt x="16074" y="291392"/>
                    <a:pt x="16074" y="291536"/>
                    <a:pt x="16074" y="291679"/>
                  </a:cubicBezTo>
                  <a:lnTo>
                    <a:pt x="565786" y="291679"/>
                  </a:lnTo>
                  <a:cubicBezTo>
                    <a:pt x="566142" y="139822"/>
                    <a:pt x="443324" y="16429"/>
                    <a:pt x="291466" y="16073"/>
                  </a:cubicBezTo>
                  <a:cubicBezTo>
                    <a:pt x="291252" y="16073"/>
                    <a:pt x="291037" y="16073"/>
                    <a:pt x="290823" y="16073"/>
                  </a:cubicBezTo>
                  <a:close/>
                </a:path>
              </a:pathLst>
            </a:custGeom>
            <a:solidFill>
              <a:srgbClr val="C2C2C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fr-FR"/>
            </a:p>
          </p:txBody>
        </p:sp>
        <p:sp>
          <p:nvSpPr>
            <p:cNvPr id="16" name="Forme libre : Forme 15">
              <a:extLst>
                <a:ext uri="{FF2B5EF4-FFF2-40B4-BE49-F238E27FC236}">
                  <a16:creationId xmlns:a16="http://schemas.microsoft.com/office/drawing/2014/main" id="{75B52444-1373-4093-8BFB-E8116A76A463}"/>
                </a:ext>
              </a:extLst>
            </p:cNvPr>
            <p:cNvSpPr/>
            <p:nvPr/>
          </p:nvSpPr>
          <p:spPr>
            <a:xfrm>
              <a:off x="4721743" y="4686524"/>
              <a:ext cx="214313" cy="192881"/>
            </a:xfrm>
            <a:custGeom>
              <a:avLst/>
              <a:gdLst>
                <a:gd name="connsiteX0" fmla="*/ 153233 w 214312"/>
                <a:gd name="connsiteY0" fmla="*/ 93226 h 192881"/>
                <a:gd name="connsiteX1" fmla="*/ 48006 w 214312"/>
                <a:gd name="connsiteY1" fmla="*/ 198239 h 192881"/>
                <a:gd name="connsiteX2" fmla="*/ 16073 w 214312"/>
                <a:gd name="connsiteY2" fmla="*/ 166306 h 192881"/>
                <a:gd name="connsiteX3" fmla="*/ 121087 w 214312"/>
                <a:gd name="connsiteY3" fmla="*/ 61293 h 192881"/>
                <a:gd name="connsiteX4" fmla="*/ 48006 w 214312"/>
                <a:gd name="connsiteY4" fmla="*/ 61079 h 192881"/>
                <a:gd name="connsiteX5" fmla="*/ 48006 w 214312"/>
                <a:gd name="connsiteY5" fmla="*/ 16073 h 192881"/>
                <a:gd name="connsiteX6" fmla="*/ 198239 w 214312"/>
                <a:gd name="connsiteY6" fmla="*/ 16073 h 192881"/>
                <a:gd name="connsiteX7" fmla="*/ 198239 w 214312"/>
                <a:gd name="connsiteY7" fmla="*/ 166306 h 192881"/>
                <a:gd name="connsiteX8" fmla="*/ 153448 w 214312"/>
                <a:gd name="connsiteY8" fmla="*/ 166306 h 192881"/>
                <a:gd name="connsiteX9" fmla="*/ 153233 w 214312"/>
                <a:gd name="connsiteY9" fmla="*/ 93226 h 1928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14312" h="192881">
                  <a:moveTo>
                    <a:pt x="153233" y="93226"/>
                  </a:moveTo>
                  <a:lnTo>
                    <a:pt x="48006" y="198239"/>
                  </a:lnTo>
                  <a:lnTo>
                    <a:pt x="16073" y="166306"/>
                  </a:lnTo>
                  <a:lnTo>
                    <a:pt x="121087" y="61293"/>
                  </a:lnTo>
                  <a:lnTo>
                    <a:pt x="48006" y="61079"/>
                  </a:lnTo>
                  <a:lnTo>
                    <a:pt x="48006" y="16073"/>
                  </a:lnTo>
                  <a:lnTo>
                    <a:pt x="198239" y="16073"/>
                  </a:lnTo>
                  <a:lnTo>
                    <a:pt x="198239" y="166306"/>
                  </a:lnTo>
                  <a:lnTo>
                    <a:pt x="153448" y="166306"/>
                  </a:lnTo>
                  <a:lnTo>
                    <a:pt x="153233" y="93226"/>
                  </a:ln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fr-FR"/>
            </a:p>
          </p:txBody>
        </p:sp>
      </p:grpSp>
      <p:grpSp>
        <p:nvGrpSpPr>
          <p:cNvPr id="17" name="Image 41" descr="illustration d'une icône de chargement microsoft">
            <a:extLst>
              <a:ext uri="{FF2B5EF4-FFF2-40B4-BE49-F238E27FC236}">
                <a16:creationId xmlns:a16="http://schemas.microsoft.com/office/drawing/2014/main" id="{BA5B8E59-FC3A-47E8-BA38-7E5CBAA499B0}"/>
              </a:ext>
            </a:extLst>
          </p:cNvPr>
          <p:cNvGrpSpPr/>
          <p:nvPr/>
        </p:nvGrpSpPr>
        <p:grpSpPr>
          <a:xfrm>
            <a:off x="300425" y="5749828"/>
            <a:ext cx="229958" cy="490577"/>
            <a:chOff x="4421490" y="5436348"/>
            <a:chExt cx="321469" cy="685800"/>
          </a:xfrm>
        </p:grpSpPr>
        <p:sp>
          <p:nvSpPr>
            <p:cNvPr id="18" name="Forme libre : Forme 17">
              <a:extLst>
                <a:ext uri="{FF2B5EF4-FFF2-40B4-BE49-F238E27FC236}">
                  <a16:creationId xmlns:a16="http://schemas.microsoft.com/office/drawing/2014/main" id="{05226E11-962B-4B5E-9E2D-33A25F6E792A}"/>
                </a:ext>
              </a:extLst>
            </p:cNvPr>
            <p:cNvSpPr/>
            <p:nvPr/>
          </p:nvSpPr>
          <p:spPr>
            <a:xfrm>
              <a:off x="4456852" y="5420275"/>
              <a:ext cx="257175" cy="257175"/>
            </a:xfrm>
            <a:custGeom>
              <a:avLst/>
              <a:gdLst>
                <a:gd name="connsiteX0" fmla="*/ 16073 w 257175"/>
                <a:gd name="connsiteY0" fmla="*/ 16073 h 257175"/>
                <a:gd name="connsiteX1" fmla="*/ 244102 w 257175"/>
                <a:gd name="connsiteY1" fmla="*/ 16073 h 257175"/>
                <a:gd name="connsiteX2" fmla="*/ 244102 w 257175"/>
                <a:gd name="connsiteY2" fmla="*/ 244102 h 257175"/>
                <a:gd name="connsiteX3" fmla="*/ 16073 w 257175"/>
                <a:gd name="connsiteY3" fmla="*/ 244102 h 257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7175" h="257175">
                  <a:moveTo>
                    <a:pt x="16073" y="16073"/>
                  </a:moveTo>
                  <a:lnTo>
                    <a:pt x="244102" y="16073"/>
                  </a:lnTo>
                  <a:lnTo>
                    <a:pt x="244102" y="244102"/>
                  </a:lnTo>
                  <a:lnTo>
                    <a:pt x="16073" y="244102"/>
                  </a:ln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fr-FR"/>
            </a:p>
          </p:txBody>
        </p:sp>
        <p:sp>
          <p:nvSpPr>
            <p:cNvPr id="19" name="Forme libre : Forme 18">
              <a:extLst>
                <a:ext uri="{FF2B5EF4-FFF2-40B4-BE49-F238E27FC236}">
                  <a16:creationId xmlns:a16="http://schemas.microsoft.com/office/drawing/2014/main" id="{592397BC-F94C-40F8-B4EE-B59B7EDFD51F}"/>
                </a:ext>
              </a:extLst>
            </p:cNvPr>
            <p:cNvSpPr/>
            <p:nvPr/>
          </p:nvSpPr>
          <p:spPr>
            <a:xfrm>
              <a:off x="4405417" y="5739386"/>
              <a:ext cx="342900" cy="385763"/>
            </a:xfrm>
            <a:custGeom>
              <a:avLst/>
              <a:gdLst>
                <a:gd name="connsiteX0" fmla="*/ 216670 w 342900"/>
                <a:gd name="connsiteY0" fmla="*/ 150662 h 385762"/>
                <a:gd name="connsiteX1" fmla="*/ 216670 w 342900"/>
                <a:gd name="connsiteY1" fmla="*/ 382119 h 385762"/>
                <a:gd name="connsiteX2" fmla="*/ 146376 w 342900"/>
                <a:gd name="connsiteY2" fmla="*/ 382119 h 385762"/>
                <a:gd name="connsiteX3" fmla="*/ 146376 w 342900"/>
                <a:gd name="connsiteY3" fmla="*/ 150662 h 385762"/>
                <a:gd name="connsiteX4" fmla="*/ 65580 w 342900"/>
                <a:gd name="connsiteY4" fmla="*/ 231029 h 385762"/>
                <a:gd name="connsiteX5" fmla="*/ 16073 w 342900"/>
                <a:gd name="connsiteY5" fmla="*/ 181523 h 385762"/>
                <a:gd name="connsiteX6" fmla="*/ 181523 w 342900"/>
                <a:gd name="connsiteY6" fmla="*/ 16073 h 385762"/>
                <a:gd name="connsiteX7" fmla="*/ 346972 w 342900"/>
                <a:gd name="connsiteY7" fmla="*/ 181523 h 385762"/>
                <a:gd name="connsiteX8" fmla="*/ 297466 w 342900"/>
                <a:gd name="connsiteY8" fmla="*/ 231029 h 385762"/>
                <a:gd name="connsiteX9" fmla="*/ 216670 w 342900"/>
                <a:gd name="connsiteY9" fmla="*/ 150662 h 385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2900" h="385762">
                  <a:moveTo>
                    <a:pt x="216670" y="150662"/>
                  </a:moveTo>
                  <a:lnTo>
                    <a:pt x="216670" y="382119"/>
                  </a:lnTo>
                  <a:lnTo>
                    <a:pt x="146376" y="382119"/>
                  </a:lnTo>
                  <a:lnTo>
                    <a:pt x="146376" y="150662"/>
                  </a:lnTo>
                  <a:lnTo>
                    <a:pt x="65580" y="231029"/>
                  </a:lnTo>
                  <a:lnTo>
                    <a:pt x="16073" y="181523"/>
                  </a:lnTo>
                  <a:lnTo>
                    <a:pt x="181523" y="16073"/>
                  </a:lnTo>
                  <a:lnTo>
                    <a:pt x="346972" y="181523"/>
                  </a:lnTo>
                  <a:lnTo>
                    <a:pt x="297466" y="231029"/>
                  </a:lnTo>
                  <a:lnTo>
                    <a:pt x="216670" y="150662"/>
                  </a:lnTo>
                  <a:close/>
                </a:path>
              </a:pathLst>
            </a:custGeom>
            <a:solidFill>
              <a:srgbClr val="2F2F2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fr-FR"/>
            </a:p>
          </p:txBody>
        </p:sp>
      </p:grpSp>
      <p:grpSp>
        <p:nvGrpSpPr>
          <p:cNvPr id="20" name="Image 45" descr="illustration d'une icône de liste microsoft">
            <a:extLst>
              <a:ext uri="{FF2B5EF4-FFF2-40B4-BE49-F238E27FC236}">
                <a16:creationId xmlns:a16="http://schemas.microsoft.com/office/drawing/2014/main" id="{BF93E5C7-ACC3-4C9A-98B9-8B9FD5F68BC7}"/>
              </a:ext>
            </a:extLst>
          </p:cNvPr>
          <p:cNvGrpSpPr/>
          <p:nvPr/>
        </p:nvGrpSpPr>
        <p:grpSpPr>
          <a:xfrm>
            <a:off x="286730" y="2341365"/>
            <a:ext cx="347027" cy="347027"/>
            <a:chOff x="4271923" y="6447848"/>
            <a:chExt cx="685800" cy="685800"/>
          </a:xfrm>
        </p:grpSpPr>
        <p:sp>
          <p:nvSpPr>
            <p:cNvPr id="21" name="Forme libre : Forme 20">
              <a:extLst>
                <a:ext uri="{FF2B5EF4-FFF2-40B4-BE49-F238E27FC236}">
                  <a16:creationId xmlns:a16="http://schemas.microsoft.com/office/drawing/2014/main" id="{54E5C57F-D7B4-47B5-8B4B-6B57A6F059F1}"/>
                </a:ext>
              </a:extLst>
            </p:cNvPr>
            <p:cNvSpPr/>
            <p:nvPr/>
          </p:nvSpPr>
          <p:spPr>
            <a:xfrm>
              <a:off x="4552244" y="6456206"/>
              <a:ext cx="407194" cy="150019"/>
            </a:xfrm>
            <a:custGeom>
              <a:avLst/>
              <a:gdLst>
                <a:gd name="connsiteX0" fmla="*/ 16073 w 407193"/>
                <a:gd name="connsiteY0" fmla="*/ 16073 h 150018"/>
                <a:gd name="connsiteX1" fmla="*/ 404836 w 407193"/>
                <a:gd name="connsiteY1" fmla="*/ 16073 h 150018"/>
                <a:gd name="connsiteX2" fmla="*/ 404836 w 407193"/>
                <a:gd name="connsiteY2" fmla="*/ 152376 h 150018"/>
                <a:gd name="connsiteX3" fmla="*/ 16073 w 407193"/>
                <a:gd name="connsiteY3" fmla="*/ 152376 h 150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7193" h="150018">
                  <a:moveTo>
                    <a:pt x="16073" y="16073"/>
                  </a:moveTo>
                  <a:lnTo>
                    <a:pt x="404836" y="16073"/>
                  </a:lnTo>
                  <a:lnTo>
                    <a:pt x="404836" y="152376"/>
                  </a:lnTo>
                  <a:lnTo>
                    <a:pt x="16073" y="152376"/>
                  </a:lnTo>
                  <a:close/>
                </a:path>
              </a:pathLst>
            </a:custGeom>
            <a:solidFill>
              <a:srgbClr val="C2C2C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fr-FR"/>
            </a:p>
          </p:txBody>
        </p:sp>
        <p:sp>
          <p:nvSpPr>
            <p:cNvPr id="22" name="Forme libre : Forme 21">
              <a:extLst>
                <a:ext uri="{FF2B5EF4-FFF2-40B4-BE49-F238E27FC236}">
                  <a16:creationId xmlns:a16="http://schemas.microsoft.com/office/drawing/2014/main" id="{5A45A3EB-3A65-4037-B031-2079E7C945A0}"/>
                </a:ext>
              </a:extLst>
            </p:cNvPr>
            <p:cNvSpPr/>
            <p:nvPr/>
          </p:nvSpPr>
          <p:spPr>
            <a:xfrm>
              <a:off x="4552244" y="6955126"/>
              <a:ext cx="407194" cy="150019"/>
            </a:xfrm>
            <a:custGeom>
              <a:avLst/>
              <a:gdLst>
                <a:gd name="connsiteX0" fmla="*/ 16073 w 407193"/>
                <a:gd name="connsiteY0" fmla="*/ 16073 h 150018"/>
                <a:gd name="connsiteX1" fmla="*/ 404836 w 407193"/>
                <a:gd name="connsiteY1" fmla="*/ 16073 h 150018"/>
                <a:gd name="connsiteX2" fmla="*/ 404836 w 407193"/>
                <a:gd name="connsiteY2" fmla="*/ 152376 h 150018"/>
                <a:gd name="connsiteX3" fmla="*/ 16073 w 407193"/>
                <a:gd name="connsiteY3" fmla="*/ 152376 h 150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7193" h="150018">
                  <a:moveTo>
                    <a:pt x="16073" y="16073"/>
                  </a:moveTo>
                  <a:lnTo>
                    <a:pt x="404836" y="16073"/>
                  </a:lnTo>
                  <a:lnTo>
                    <a:pt x="404836" y="152376"/>
                  </a:lnTo>
                  <a:lnTo>
                    <a:pt x="16073" y="152376"/>
                  </a:lnTo>
                  <a:close/>
                </a:path>
              </a:pathLst>
            </a:custGeom>
            <a:solidFill>
              <a:srgbClr val="C2C2C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fr-FR"/>
            </a:p>
          </p:txBody>
        </p:sp>
        <p:sp>
          <p:nvSpPr>
            <p:cNvPr id="23" name="Forme libre : Forme 22">
              <a:extLst>
                <a:ext uri="{FF2B5EF4-FFF2-40B4-BE49-F238E27FC236}">
                  <a16:creationId xmlns:a16="http://schemas.microsoft.com/office/drawing/2014/main" id="{0995D371-F5C3-4705-A933-6DDA324FE3ED}"/>
                </a:ext>
              </a:extLst>
            </p:cNvPr>
            <p:cNvSpPr/>
            <p:nvPr/>
          </p:nvSpPr>
          <p:spPr>
            <a:xfrm>
              <a:off x="4552244" y="6705666"/>
              <a:ext cx="407194" cy="150019"/>
            </a:xfrm>
            <a:custGeom>
              <a:avLst/>
              <a:gdLst>
                <a:gd name="connsiteX0" fmla="*/ 16073 w 407193"/>
                <a:gd name="connsiteY0" fmla="*/ 16073 h 150018"/>
                <a:gd name="connsiteX1" fmla="*/ 404836 w 407193"/>
                <a:gd name="connsiteY1" fmla="*/ 16073 h 150018"/>
                <a:gd name="connsiteX2" fmla="*/ 404836 w 407193"/>
                <a:gd name="connsiteY2" fmla="*/ 152376 h 150018"/>
                <a:gd name="connsiteX3" fmla="*/ 16073 w 407193"/>
                <a:gd name="connsiteY3" fmla="*/ 152376 h 150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7193" h="150018">
                  <a:moveTo>
                    <a:pt x="16073" y="16073"/>
                  </a:moveTo>
                  <a:lnTo>
                    <a:pt x="404836" y="16073"/>
                  </a:lnTo>
                  <a:lnTo>
                    <a:pt x="404836" y="152376"/>
                  </a:lnTo>
                  <a:lnTo>
                    <a:pt x="16073" y="152376"/>
                  </a:lnTo>
                  <a:close/>
                </a:path>
              </a:pathLst>
            </a:custGeom>
            <a:solidFill>
              <a:srgbClr val="C2C2C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fr-FR"/>
            </a:p>
          </p:txBody>
        </p:sp>
        <p:sp>
          <p:nvSpPr>
            <p:cNvPr id="24" name="Forme libre : Forme 23">
              <a:extLst>
                <a:ext uri="{FF2B5EF4-FFF2-40B4-BE49-F238E27FC236}">
                  <a16:creationId xmlns:a16="http://schemas.microsoft.com/office/drawing/2014/main" id="{240FE8E2-0D90-4398-B18C-A3D52799B9D8}"/>
                </a:ext>
              </a:extLst>
            </p:cNvPr>
            <p:cNvSpPr/>
            <p:nvPr/>
          </p:nvSpPr>
          <p:spPr>
            <a:xfrm>
              <a:off x="4255850" y="6431775"/>
              <a:ext cx="214313" cy="214313"/>
            </a:xfrm>
            <a:custGeom>
              <a:avLst/>
              <a:gdLst>
                <a:gd name="connsiteX0" fmla="*/ 107371 w 214312"/>
                <a:gd name="connsiteY0" fmla="*/ 16073 h 214312"/>
                <a:gd name="connsiteX1" fmla="*/ 16073 w 214312"/>
                <a:gd name="connsiteY1" fmla="*/ 107371 h 214312"/>
                <a:gd name="connsiteX2" fmla="*/ 107371 w 214312"/>
                <a:gd name="connsiteY2" fmla="*/ 198668 h 214312"/>
                <a:gd name="connsiteX3" fmla="*/ 198668 w 214312"/>
                <a:gd name="connsiteY3" fmla="*/ 107371 h 214312"/>
                <a:gd name="connsiteX4" fmla="*/ 107371 w 214312"/>
                <a:gd name="connsiteY4" fmla="*/ 16073 h 214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4312" h="214312">
                  <a:moveTo>
                    <a:pt x="107371" y="16073"/>
                  </a:moveTo>
                  <a:cubicBezTo>
                    <a:pt x="56949" y="16073"/>
                    <a:pt x="16073" y="56949"/>
                    <a:pt x="16073" y="107371"/>
                  </a:cubicBezTo>
                  <a:cubicBezTo>
                    <a:pt x="16073" y="157793"/>
                    <a:pt x="56949" y="198668"/>
                    <a:pt x="107371" y="198668"/>
                  </a:cubicBezTo>
                  <a:cubicBezTo>
                    <a:pt x="157793" y="198668"/>
                    <a:pt x="198668" y="157793"/>
                    <a:pt x="198668" y="107371"/>
                  </a:cubicBezTo>
                  <a:cubicBezTo>
                    <a:pt x="198668" y="56949"/>
                    <a:pt x="157793" y="16073"/>
                    <a:pt x="107371" y="16073"/>
                  </a:cubicBez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fr-FR"/>
            </a:p>
          </p:txBody>
        </p:sp>
        <p:sp>
          <p:nvSpPr>
            <p:cNvPr id="35" name="Forme libre : Forme 34">
              <a:extLst>
                <a:ext uri="{FF2B5EF4-FFF2-40B4-BE49-F238E27FC236}">
                  <a16:creationId xmlns:a16="http://schemas.microsoft.com/office/drawing/2014/main" id="{F6CE1312-B01F-4B0E-BDD1-DBF791184FF3}"/>
                </a:ext>
              </a:extLst>
            </p:cNvPr>
            <p:cNvSpPr/>
            <p:nvPr/>
          </p:nvSpPr>
          <p:spPr>
            <a:xfrm>
              <a:off x="4255421" y="6681448"/>
              <a:ext cx="214313" cy="214313"/>
            </a:xfrm>
            <a:custGeom>
              <a:avLst/>
              <a:gdLst>
                <a:gd name="connsiteX0" fmla="*/ 107799 w 214312"/>
                <a:gd name="connsiteY0" fmla="*/ 16074 h 214312"/>
                <a:gd name="connsiteX1" fmla="*/ 16074 w 214312"/>
                <a:gd name="connsiteY1" fmla="*/ 107371 h 214312"/>
                <a:gd name="connsiteX2" fmla="*/ 107371 w 214312"/>
                <a:gd name="connsiteY2" fmla="*/ 199097 h 214312"/>
                <a:gd name="connsiteX3" fmla="*/ 199096 w 214312"/>
                <a:gd name="connsiteY3" fmla="*/ 107799 h 214312"/>
                <a:gd name="connsiteX4" fmla="*/ 199096 w 214312"/>
                <a:gd name="connsiteY4" fmla="*/ 107585 h 214312"/>
                <a:gd name="connsiteX5" fmla="*/ 107799 w 214312"/>
                <a:gd name="connsiteY5" fmla="*/ 16074 h 214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4312" h="214312">
                  <a:moveTo>
                    <a:pt x="107799" y="16074"/>
                  </a:moveTo>
                  <a:cubicBezTo>
                    <a:pt x="57259" y="15956"/>
                    <a:pt x="16192" y="56830"/>
                    <a:pt x="16074" y="107371"/>
                  </a:cubicBezTo>
                  <a:cubicBezTo>
                    <a:pt x="15955" y="157910"/>
                    <a:pt x="56830" y="198979"/>
                    <a:pt x="107371" y="199097"/>
                  </a:cubicBezTo>
                  <a:cubicBezTo>
                    <a:pt x="157911" y="199214"/>
                    <a:pt x="198978" y="158339"/>
                    <a:pt x="199096" y="107799"/>
                  </a:cubicBezTo>
                  <a:cubicBezTo>
                    <a:pt x="199096" y="107729"/>
                    <a:pt x="199096" y="107656"/>
                    <a:pt x="199096" y="107585"/>
                  </a:cubicBezTo>
                  <a:cubicBezTo>
                    <a:pt x="199097" y="57127"/>
                    <a:pt x="158256" y="16192"/>
                    <a:pt x="107799" y="16074"/>
                  </a:cubicBez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fr-FR"/>
            </a:p>
          </p:txBody>
        </p:sp>
        <p:sp>
          <p:nvSpPr>
            <p:cNvPr id="36" name="Forme libre : Forme 35">
              <a:extLst>
                <a:ext uri="{FF2B5EF4-FFF2-40B4-BE49-F238E27FC236}">
                  <a16:creationId xmlns:a16="http://schemas.microsoft.com/office/drawing/2014/main" id="{3669BD39-DABF-446E-A03E-B921063C7110}"/>
                </a:ext>
              </a:extLst>
            </p:cNvPr>
            <p:cNvSpPr/>
            <p:nvPr/>
          </p:nvSpPr>
          <p:spPr>
            <a:xfrm>
              <a:off x="4255850" y="6931337"/>
              <a:ext cx="214313" cy="214313"/>
            </a:xfrm>
            <a:custGeom>
              <a:avLst/>
              <a:gdLst>
                <a:gd name="connsiteX0" fmla="*/ 107371 w 214312"/>
                <a:gd name="connsiteY0" fmla="*/ 16073 h 214312"/>
                <a:gd name="connsiteX1" fmla="*/ 16073 w 214312"/>
                <a:gd name="connsiteY1" fmla="*/ 107371 h 214312"/>
                <a:gd name="connsiteX2" fmla="*/ 107371 w 214312"/>
                <a:gd name="connsiteY2" fmla="*/ 198668 h 214312"/>
                <a:gd name="connsiteX3" fmla="*/ 198668 w 214312"/>
                <a:gd name="connsiteY3" fmla="*/ 107371 h 214312"/>
                <a:gd name="connsiteX4" fmla="*/ 107371 w 214312"/>
                <a:gd name="connsiteY4" fmla="*/ 16073 h 214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4312" h="214312">
                  <a:moveTo>
                    <a:pt x="107371" y="16073"/>
                  </a:moveTo>
                  <a:cubicBezTo>
                    <a:pt x="56949" y="16073"/>
                    <a:pt x="16073" y="56949"/>
                    <a:pt x="16073" y="107371"/>
                  </a:cubicBezTo>
                  <a:cubicBezTo>
                    <a:pt x="16073" y="157792"/>
                    <a:pt x="56949" y="198668"/>
                    <a:pt x="107371" y="198668"/>
                  </a:cubicBezTo>
                  <a:cubicBezTo>
                    <a:pt x="157793" y="198668"/>
                    <a:pt x="198668" y="157792"/>
                    <a:pt x="198668" y="107371"/>
                  </a:cubicBezTo>
                  <a:cubicBezTo>
                    <a:pt x="198668" y="56949"/>
                    <a:pt x="157793" y="16073"/>
                    <a:pt x="107371" y="16073"/>
                  </a:cubicBez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fr-FR"/>
            </a:p>
          </p:txBody>
        </p:sp>
      </p:grpSp>
      <p:grpSp>
        <p:nvGrpSpPr>
          <p:cNvPr id="38" name="Image 340" descr="illustration d’une icône de partage de document microsoft">
            <a:extLst>
              <a:ext uri="{FF2B5EF4-FFF2-40B4-BE49-F238E27FC236}">
                <a16:creationId xmlns:a16="http://schemas.microsoft.com/office/drawing/2014/main" id="{A3F986E5-B263-4706-8B58-6520B0D85D45}"/>
              </a:ext>
            </a:extLst>
          </p:cNvPr>
          <p:cNvGrpSpPr/>
          <p:nvPr/>
        </p:nvGrpSpPr>
        <p:grpSpPr>
          <a:xfrm>
            <a:off x="750199" y="595857"/>
            <a:ext cx="1122318" cy="1122318"/>
            <a:chOff x="10581249" y="3886200"/>
            <a:chExt cx="685800" cy="685800"/>
          </a:xfrm>
          <a:solidFill>
            <a:srgbClr val="F0F0F0"/>
          </a:solidFill>
        </p:grpSpPr>
        <p:sp>
          <p:nvSpPr>
            <p:cNvPr id="39" name="Forme libre : Forme 38">
              <a:extLst>
                <a:ext uri="{FF2B5EF4-FFF2-40B4-BE49-F238E27FC236}">
                  <a16:creationId xmlns:a16="http://schemas.microsoft.com/office/drawing/2014/main" id="{5C3F7F9F-7C28-486B-93BF-267160A4E5D0}"/>
                </a:ext>
              </a:extLst>
            </p:cNvPr>
            <p:cNvSpPr/>
            <p:nvPr/>
          </p:nvSpPr>
          <p:spPr>
            <a:xfrm>
              <a:off x="10565176" y="3870127"/>
              <a:ext cx="557213" cy="707231"/>
            </a:xfrm>
            <a:custGeom>
              <a:avLst/>
              <a:gdLst>
                <a:gd name="connsiteX0" fmla="*/ 409337 w 557212"/>
                <a:gd name="connsiteY0" fmla="*/ 608005 h 707231"/>
                <a:gd name="connsiteX1" fmla="*/ 414052 w 557212"/>
                <a:gd name="connsiteY1" fmla="*/ 471702 h 707231"/>
                <a:gd name="connsiteX2" fmla="*/ 495919 w 557212"/>
                <a:gd name="connsiteY2" fmla="*/ 471702 h 707231"/>
                <a:gd name="connsiteX3" fmla="*/ 550355 w 557212"/>
                <a:gd name="connsiteY3" fmla="*/ 440627 h 707231"/>
                <a:gd name="connsiteX4" fmla="*/ 550355 w 557212"/>
                <a:gd name="connsiteY4" fmla="*/ 230386 h 707231"/>
                <a:gd name="connsiteX5" fmla="*/ 336042 w 557212"/>
                <a:gd name="connsiteY5" fmla="*/ 230386 h 707231"/>
                <a:gd name="connsiteX6" fmla="*/ 334113 w 557212"/>
                <a:gd name="connsiteY6" fmla="*/ 16073 h 707231"/>
                <a:gd name="connsiteX7" fmla="*/ 16073 w 557212"/>
                <a:gd name="connsiteY7" fmla="*/ 16073 h 707231"/>
                <a:gd name="connsiteX8" fmla="*/ 16073 w 557212"/>
                <a:gd name="connsiteY8" fmla="*/ 701873 h 707231"/>
                <a:gd name="connsiteX9" fmla="*/ 550140 w 557212"/>
                <a:gd name="connsiteY9" fmla="*/ 701873 h 707231"/>
                <a:gd name="connsiteX10" fmla="*/ 550140 w 557212"/>
                <a:gd name="connsiteY10" fmla="*/ 633936 h 707231"/>
                <a:gd name="connsiteX11" fmla="*/ 504920 w 557212"/>
                <a:gd name="connsiteY11" fmla="*/ 608433 h 707231"/>
                <a:gd name="connsiteX12" fmla="*/ 409337 w 557212"/>
                <a:gd name="connsiteY12" fmla="*/ 608005 h 707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57212" h="707231">
                  <a:moveTo>
                    <a:pt x="409337" y="608005"/>
                  </a:moveTo>
                  <a:cubicBezTo>
                    <a:pt x="357473" y="577144"/>
                    <a:pt x="366474" y="497419"/>
                    <a:pt x="414052" y="471702"/>
                  </a:cubicBezTo>
                  <a:cubicBezTo>
                    <a:pt x="439474" y="457422"/>
                    <a:pt x="470497" y="457422"/>
                    <a:pt x="495919" y="471702"/>
                  </a:cubicBezTo>
                  <a:lnTo>
                    <a:pt x="550355" y="440627"/>
                  </a:lnTo>
                  <a:lnTo>
                    <a:pt x="550355" y="230386"/>
                  </a:lnTo>
                  <a:lnTo>
                    <a:pt x="336042" y="230386"/>
                  </a:lnTo>
                  <a:lnTo>
                    <a:pt x="334113" y="16073"/>
                  </a:lnTo>
                  <a:lnTo>
                    <a:pt x="16073" y="16073"/>
                  </a:lnTo>
                  <a:lnTo>
                    <a:pt x="16073" y="701873"/>
                  </a:lnTo>
                  <a:lnTo>
                    <a:pt x="550140" y="701873"/>
                  </a:lnTo>
                  <a:lnTo>
                    <a:pt x="550140" y="633936"/>
                  </a:lnTo>
                  <a:lnTo>
                    <a:pt x="504920" y="608433"/>
                  </a:lnTo>
                  <a:cubicBezTo>
                    <a:pt x="475056" y="624537"/>
                    <a:pt x="439056" y="624376"/>
                    <a:pt x="409337" y="608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fr-FR"/>
            </a:p>
          </p:txBody>
        </p:sp>
        <p:sp>
          <p:nvSpPr>
            <p:cNvPr id="40" name="Forme libre : Forme 39">
              <a:extLst>
                <a:ext uri="{FF2B5EF4-FFF2-40B4-BE49-F238E27FC236}">
                  <a16:creationId xmlns:a16="http://schemas.microsoft.com/office/drawing/2014/main" id="{91AEA8D7-5A55-4E33-89CA-F86A9E84EB6D}"/>
                </a:ext>
              </a:extLst>
            </p:cNvPr>
            <p:cNvSpPr/>
            <p:nvPr/>
          </p:nvSpPr>
          <p:spPr>
            <a:xfrm>
              <a:off x="10926935" y="3882771"/>
              <a:ext cx="192881" cy="192881"/>
            </a:xfrm>
            <a:custGeom>
              <a:avLst/>
              <a:gdLst>
                <a:gd name="connsiteX0" fmla="*/ 16073 w 192881"/>
                <a:gd name="connsiteY0" fmla="*/ 16073 h 192881"/>
                <a:gd name="connsiteX1" fmla="*/ 16073 w 192881"/>
                <a:gd name="connsiteY1" fmla="*/ 187309 h 192881"/>
                <a:gd name="connsiteX2" fmla="*/ 187095 w 192881"/>
                <a:gd name="connsiteY2" fmla="*/ 187309 h 192881"/>
                <a:gd name="connsiteX3" fmla="*/ 16073 w 192881"/>
                <a:gd name="connsiteY3" fmla="*/ 16073 h 1928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881" h="192881">
                  <a:moveTo>
                    <a:pt x="16073" y="16073"/>
                  </a:moveTo>
                  <a:lnTo>
                    <a:pt x="16073" y="187309"/>
                  </a:lnTo>
                  <a:lnTo>
                    <a:pt x="187095" y="187309"/>
                  </a:lnTo>
                  <a:lnTo>
                    <a:pt x="16073" y="1607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fr-FR"/>
            </a:p>
          </p:txBody>
        </p:sp>
        <p:sp>
          <p:nvSpPr>
            <p:cNvPr id="41" name="Forme libre : Forme 40">
              <a:extLst>
                <a:ext uri="{FF2B5EF4-FFF2-40B4-BE49-F238E27FC236}">
                  <a16:creationId xmlns:a16="http://schemas.microsoft.com/office/drawing/2014/main" id="{81E34AD6-C030-4D0A-84EA-BFB240A92B8B}"/>
                </a:ext>
              </a:extLst>
            </p:cNvPr>
            <p:cNvSpPr/>
            <p:nvPr/>
          </p:nvSpPr>
          <p:spPr>
            <a:xfrm>
              <a:off x="11060880" y="4408265"/>
              <a:ext cx="107156" cy="85725"/>
            </a:xfrm>
            <a:custGeom>
              <a:avLst/>
              <a:gdLst>
                <a:gd name="connsiteX0" fmla="*/ 16073 w 107156"/>
                <a:gd name="connsiteY0" fmla="*/ 39434 h 85725"/>
                <a:gd name="connsiteX1" fmla="*/ 96655 w 107156"/>
                <a:gd name="connsiteY1" fmla="*/ 84011 h 85725"/>
                <a:gd name="connsiteX2" fmla="*/ 109085 w 107156"/>
                <a:gd name="connsiteY2" fmla="*/ 60222 h 85725"/>
                <a:gd name="connsiteX3" fmla="*/ 29789 w 107156"/>
                <a:gd name="connsiteY3" fmla="*/ 16073 h 85725"/>
                <a:gd name="connsiteX4" fmla="*/ 16073 w 107156"/>
                <a:gd name="connsiteY4" fmla="*/ 39434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7156" h="85725">
                  <a:moveTo>
                    <a:pt x="16073" y="39434"/>
                  </a:moveTo>
                  <a:lnTo>
                    <a:pt x="96655" y="84011"/>
                  </a:lnTo>
                  <a:cubicBezTo>
                    <a:pt x="98957" y="75247"/>
                    <a:pt x="103204" y="67116"/>
                    <a:pt x="109085" y="60222"/>
                  </a:cubicBezTo>
                  <a:lnTo>
                    <a:pt x="29789" y="16073"/>
                  </a:lnTo>
                  <a:cubicBezTo>
                    <a:pt x="26806" y="24689"/>
                    <a:pt x="22145" y="32629"/>
                    <a:pt x="16073" y="3943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fr-FR"/>
            </a:p>
          </p:txBody>
        </p:sp>
        <p:sp>
          <p:nvSpPr>
            <p:cNvPr id="42" name="Forme libre : Forme 41">
              <a:extLst>
                <a:ext uri="{FF2B5EF4-FFF2-40B4-BE49-F238E27FC236}">
                  <a16:creationId xmlns:a16="http://schemas.microsoft.com/office/drawing/2014/main" id="{562724B5-D297-4EB4-8784-A62AC1B10D41}"/>
                </a:ext>
              </a:extLst>
            </p:cNvPr>
            <p:cNvSpPr/>
            <p:nvPr/>
          </p:nvSpPr>
          <p:spPr>
            <a:xfrm>
              <a:off x="11060880" y="4313111"/>
              <a:ext cx="107156" cy="85725"/>
            </a:xfrm>
            <a:custGeom>
              <a:avLst/>
              <a:gdLst>
                <a:gd name="connsiteX0" fmla="*/ 28932 w 107156"/>
                <a:gd name="connsiteY0" fmla="*/ 83368 h 85725"/>
                <a:gd name="connsiteX1" fmla="*/ 105227 w 107156"/>
                <a:gd name="connsiteY1" fmla="*/ 40505 h 85725"/>
                <a:gd name="connsiteX2" fmla="*/ 93440 w 107156"/>
                <a:gd name="connsiteY2" fmla="*/ 16073 h 85725"/>
                <a:gd name="connsiteX3" fmla="*/ 16073 w 107156"/>
                <a:gd name="connsiteY3" fmla="*/ 58936 h 85725"/>
                <a:gd name="connsiteX4" fmla="*/ 28932 w 107156"/>
                <a:gd name="connsiteY4" fmla="*/ 83368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7156" h="85725">
                  <a:moveTo>
                    <a:pt x="28932" y="83368"/>
                  </a:moveTo>
                  <a:lnTo>
                    <a:pt x="105227" y="40505"/>
                  </a:lnTo>
                  <a:cubicBezTo>
                    <a:pt x="99417" y="33409"/>
                    <a:pt x="95378" y="25036"/>
                    <a:pt x="93440" y="16073"/>
                  </a:cubicBezTo>
                  <a:lnTo>
                    <a:pt x="16073" y="58936"/>
                  </a:lnTo>
                  <a:cubicBezTo>
                    <a:pt x="21354" y="66516"/>
                    <a:pt x="25673" y="74722"/>
                    <a:pt x="28932" y="8336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fr-FR"/>
            </a:p>
          </p:txBody>
        </p:sp>
        <p:sp>
          <p:nvSpPr>
            <p:cNvPr id="44" name="Forme libre : Forme 43">
              <a:extLst>
                <a:ext uri="{FF2B5EF4-FFF2-40B4-BE49-F238E27FC236}">
                  <a16:creationId xmlns:a16="http://schemas.microsoft.com/office/drawing/2014/main" id="{DB7B3136-46B5-420A-B363-FC2CB279625C}"/>
                </a:ext>
              </a:extLst>
            </p:cNvPr>
            <p:cNvSpPr/>
            <p:nvPr/>
          </p:nvSpPr>
          <p:spPr>
            <a:xfrm>
              <a:off x="10953296" y="4346115"/>
              <a:ext cx="107156" cy="107156"/>
            </a:xfrm>
            <a:custGeom>
              <a:avLst/>
              <a:gdLst>
                <a:gd name="connsiteX0" fmla="*/ 64079 w 107156"/>
                <a:gd name="connsiteY0" fmla="*/ 16073 h 107156"/>
                <a:gd name="connsiteX1" fmla="*/ 16073 w 107156"/>
                <a:gd name="connsiteY1" fmla="*/ 64079 h 107156"/>
                <a:gd name="connsiteX2" fmla="*/ 64079 w 107156"/>
                <a:gd name="connsiteY2" fmla="*/ 112085 h 107156"/>
                <a:gd name="connsiteX3" fmla="*/ 112085 w 107156"/>
                <a:gd name="connsiteY3" fmla="*/ 64079 h 107156"/>
                <a:gd name="connsiteX4" fmla="*/ 64079 w 107156"/>
                <a:gd name="connsiteY4" fmla="*/ 16073 h 107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7156" h="107156">
                  <a:moveTo>
                    <a:pt x="64079" y="16073"/>
                  </a:moveTo>
                  <a:cubicBezTo>
                    <a:pt x="37567" y="16073"/>
                    <a:pt x="16073" y="37567"/>
                    <a:pt x="16073" y="64079"/>
                  </a:cubicBezTo>
                  <a:cubicBezTo>
                    <a:pt x="16073" y="90592"/>
                    <a:pt x="37567" y="112085"/>
                    <a:pt x="64079" y="112085"/>
                  </a:cubicBezTo>
                  <a:cubicBezTo>
                    <a:pt x="90592" y="112085"/>
                    <a:pt x="112085" y="90592"/>
                    <a:pt x="112085" y="64079"/>
                  </a:cubicBezTo>
                  <a:cubicBezTo>
                    <a:pt x="112085" y="37567"/>
                    <a:pt x="90592" y="16073"/>
                    <a:pt x="64079" y="1607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fr-FR"/>
            </a:p>
          </p:txBody>
        </p:sp>
        <p:sp>
          <p:nvSpPr>
            <p:cNvPr id="46" name="Forme libre : Forme 45">
              <a:extLst>
                <a:ext uri="{FF2B5EF4-FFF2-40B4-BE49-F238E27FC236}">
                  <a16:creationId xmlns:a16="http://schemas.microsoft.com/office/drawing/2014/main" id="{E079FABF-4BF2-47EB-B589-A0B1F32BB6D5}"/>
                </a:ext>
              </a:extLst>
            </p:cNvPr>
            <p:cNvSpPr/>
            <p:nvPr/>
          </p:nvSpPr>
          <p:spPr>
            <a:xfrm>
              <a:off x="11160107" y="4244102"/>
              <a:ext cx="107156" cy="107156"/>
            </a:xfrm>
            <a:custGeom>
              <a:avLst/>
              <a:gdLst>
                <a:gd name="connsiteX0" fmla="*/ 64080 w 107156"/>
                <a:gd name="connsiteY0" fmla="*/ 112085 h 107156"/>
                <a:gd name="connsiteX1" fmla="*/ 112086 w 107156"/>
                <a:gd name="connsiteY1" fmla="*/ 64079 h 107156"/>
                <a:gd name="connsiteX2" fmla="*/ 64080 w 107156"/>
                <a:gd name="connsiteY2" fmla="*/ 16073 h 107156"/>
                <a:gd name="connsiteX3" fmla="*/ 16074 w 107156"/>
                <a:gd name="connsiteY3" fmla="*/ 64079 h 107156"/>
                <a:gd name="connsiteX4" fmla="*/ 63651 w 107156"/>
                <a:gd name="connsiteY4" fmla="*/ 112085 h 107156"/>
                <a:gd name="connsiteX5" fmla="*/ 64080 w 107156"/>
                <a:gd name="connsiteY5" fmla="*/ 112085 h 107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7156" h="107156">
                  <a:moveTo>
                    <a:pt x="64080" y="112085"/>
                  </a:moveTo>
                  <a:cubicBezTo>
                    <a:pt x="90593" y="112085"/>
                    <a:pt x="112086" y="90592"/>
                    <a:pt x="112086" y="64079"/>
                  </a:cubicBezTo>
                  <a:cubicBezTo>
                    <a:pt x="112086" y="37567"/>
                    <a:pt x="90593" y="16073"/>
                    <a:pt x="64080" y="16073"/>
                  </a:cubicBezTo>
                  <a:cubicBezTo>
                    <a:pt x="37567" y="16073"/>
                    <a:pt x="16074" y="37567"/>
                    <a:pt x="16074" y="64079"/>
                  </a:cubicBezTo>
                  <a:cubicBezTo>
                    <a:pt x="15956" y="90474"/>
                    <a:pt x="37257" y="111968"/>
                    <a:pt x="63651" y="112085"/>
                  </a:cubicBezTo>
                  <a:cubicBezTo>
                    <a:pt x="63793" y="112085"/>
                    <a:pt x="63936" y="112085"/>
                    <a:pt x="64080" y="11208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fr-FR"/>
            </a:p>
          </p:txBody>
        </p:sp>
        <p:sp>
          <p:nvSpPr>
            <p:cNvPr id="47" name="Forme libre : Forme 46">
              <a:extLst>
                <a:ext uri="{FF2B5EF4-FFF2-40B4-BE49-F238E27FC236}">
                  <a16:creationId xmlns:a16="http://schemas.microsoft.com/office/drawing/2014/main" id="{AC368003-AA0F-4EBF-B2F2-F50BCB96CD82}"/>
                </a:ext>
              </a:extLst>
            </p:cNvPr>
            <p:cNvSpPr/>
            <p:nvPr/>
          </p:nvSpPr>
          <p:spPr>
            <a:xfrm>
              <a:off x="11159892" y="4451127"/>
              <a:ext cx="107156" cy="107156"/>
            </a:xfrm>
            <a:custGeom>
              <a:avLst/>
              <a:gdLst>
                <a:gd name="connsiteX0" fmla="*/ 64294 w 107156"/>
                <a:gd name="connsiteY0" fmla="*/ 16074 h 107156"/>
                <a:gd name="connsiteX1" fmla="*/ 16074 w 107156"/>
                <a:gd name="connsiteY1" fmla="*/ 63866 h 107156"/>
                <a:gd name="connsiteX2" fmla="*/ 63866 w 107156"/>
                <a:gd name="connsiteY2" fmla="*/ 112086 h 107156"/>
                <a:gd name="connsiteX3" fmla="*/ 112086 w 107156"/>
                <a:gd name="connsiteY3" fmla="*/ 64294 h 107156"/>
                <a:gd name="connsiteX4" fmla="*/ 112086 w 107156"/>
                <a:gd name="connsiteY4" fmla="*/ 64080 h 107156"/>
                <a:gd name="connsiteX5" fmla="*/ 64294 w 107156"/>
                <a:gd name="connsiteY5" fmla="*/ 16074 h 107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7156" h="107156">
                  <a:moveTo>
                    <a:pt x="64294" y="16074"/>
                  </a:moveTo>
                  <a:cubicBezTo>
                    <a:pt x="37782" y="15956"/>
                    <a:pt x="16192" y="37353"/>
                    <a:pt x="16074" y="63866"/>
                  </a:cubicBezTo>
                  <a:cubicBezTo>
                    <a:pt x="15956" y="90378"/>
                    <a:pt x="37353" y="111966"/>
                    <a:pt x="63866" y="112086"/>
                  </a:cubicBezTo>
                  <a:cubicBezTo>
                    <a:pt x="90378" y="112204"/>
                    <a:pt x="111968" y="90807"/>
                    <a:pt x="112086" y="64294"/>
                  </a:cubicBezTo>
                  <a:cubicBezTo>
                    <a:pt x="112086" y="64224"/>
                    <a:pt x="112086" y="64151"/>
                    <a:pt x="112086" y="64080"/>
                  </a:cubicBezTo>
                  <a:cubicBezTo>
                    <a:pt x="112086" y="37651"/>
                    <a:pt x="90723" y="16192"/>
                    <a:pt x="64294" y="1607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fr-FR"/>
            </a:p>
          </p:txBody>
        </p:sp>
      </p:grpSp>
      <p:grpSp>
        <p:nvGrpSpPr>
          <p:cNvPr id="48" name="Groupe 47" descr="illustration d’une icône de documents microsoft">
            <a:extLst>
              <a:ext uri="{FF2B5EF4-FFF2-40B4-BE49-F238E27FC236}">
                <a16:creationId xmlns:a16="http://schemas.microsoft.com/office/drawing/2014/main" id="{216524B7-8F13-4485-B224-D5F6FB498675}"/>
              </a:ext>
            </a:extLst>
          </p:cNvPr>
          <p:cNvGrpSpPr/>
          <p:nvPr/>
        </p:nvGrpSpPr>
        <p:grpSpPr>
          <a:xfrm>
            <a:off x="5214678" y="493756"/>
            <a:ext cx="515338" cy="532685"/>
            <a:chOff x="6711804" y="631312"/>
            <a:chExt cx="685800" cy="708885"/>
          </a:xfrm>
        </p:grpSpPr>
        <p:pic>
          <p:nvPicPr>
            <p:cNvPr id="49" name="Image 48" title="illustration d’une icône de document">
              <a:extLst>
                <a:ext uri="{FF2B5EF4-FFF2-40B4-BE49-F238E27FC236}">
                  <a16:creationId xmlns:a16="http://schemas.microsoft.com/office/drawing/2014/main" id="{AECBCE36-5CED-4564-9EDB-3BB4552E01F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711804" y="631312"/>
              <a:ext cx="685800" cy="619125"/>
            </a:xfrm>
            <a:prstGeom prst="rect">
              <a:avLst/>
            </a:prstGeom>
          </p:spPr>
        </p:pic>
        <p:pic>
          <p:nvPicPr>
            <p:cNvPr id="50" name="Image 49" title="illustration d’une icône de document">
              <a:extLst>
                <a:ext uri="{FF2B5EF4-FFF2-40B4-BE49-F238E27FC236}">
                  <a16:creationId xmlns:a16="http://schemas.microsoft.com/office/drawing/2014/main" id="{6A0B4A52-7FD8-45EE-8C57-B71AEACF387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965393" y="778222"/>
              <a:ext cx="428625" cy="561975"/>
            </a:xfrm>
            <a:prstGeom prst="rect">
              <a:avLst/>
            </a:prstGeom>
          </p:spPr>
        </p:pic>
        <p:pic>
          <p:nvPicPr>
            <p:cNvPr id="51" name="Image 50" title="rectangle">
              <a:extLst>
                <a:ext uri="{FF2B5EF4-FFF2-40B4-BE49-F238E27FC236}">
                  <a16:creationId xmlns:a16="http://schemas.microsoft.com/office/drawing/2014/main" id="{A2A6F630-283D-4CC0-8BF9-CA832989C79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7004698" y="922118"/>
              <a:ext cx="342900" cy="180975"/>
            </a:xfrm>
            <a:prstGeom prst="rect">
              <a:avLst/>
            </a:prstGeom>
          </p:spPr>
        </p:pic>
        <p:pic>
          <p:nvPicPr>
            <p:cNvPr id="52" name="Image 51" title="rectangle">
              <a:extLst>
                <a:ext uri="{FF2B5EF4-FFF2-40B4-BE49-F238E27FC236}">
                  <a16:creationId xmlns:a16="http://schemas.microsoft.com/office/drawing/2014/main" id="{5C7B19FE-7647-4E32-B4C9-0EE93EE80472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7214248" y="1062950"/>
              <a:ext cx="133350" cy="38100"/>
            </a:xfrm>
            <a:prstGeom prst="rect">
              <a:avLst/>
            </a:prstGeom>
          </p:spPr>
        </p:pic>
        <p:pic>
          <p:nvPicPr>
            <p:cNvPr id="53" name="Image 52" title="rectangle">
              <a:extLst>
                <a:ext uri="{FF2B5EF4-FFF2-40B4-BE49-F238E27FC236}">
                  <a16:creationId xmlns:a16="http://schemas.microsoft.com/office/drawing/2014/main" id="{E6927A00-100A-4A88-AA50-426F68DA5ED9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7004698" y="1138576"/>
              <a:ext cx="342900" cy="38100"/>
            </a:xfrm>
            <a:prstGeom prst="rect">
              <a:avLst/>
            </a:prstGeom>
          </p:spPr>
        </p:pic>
        <p:pic>
          <p:nvPicPr>
            <p:cNvPr id="54" name="Image 53" title="rectangle">
              <a:extLst>
                <a:ext uri="{FF2B5EF4-FFF2-40B4-BE49-F238E27FC236}">
                  <a16:creationId xmlns:a16="http://schemas.microsoft.com/office/drawing/2014/main" id="{5D828673-05A4-4E07-966A-B8C139212D15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7004698" y="1208188"/>
              <a:ext cx="342900" cy="38100"/>
            </a:xfrm>
            <a:prstGeom prst="rect">
              <a:avLst/>
            </a:prstGeom>
          </p:spPr>
        </p:pic>
      </p:grpSp>
      <p:grpSp>
        <p:nvGrpSpPr>
          <p:cNvPr id="14" name="Groupe 13" descr="illustration d'une icône de personnes microsoft">
            <a:extLst>
              <a:ext uri="{FF2B5EF4-FFF2-40B4-BE49-F238E27FC236}">
                <a16:creationId xmlns:a16="http://schemas.microsoft.com/office/drawing/2014/main" id="{03D9DE34-8F0A-4E03-B4C6-DAD74AFFCDA5}"/>
              </a:ext>
            </a:extLst>
          </p:cNvPr>
          <p:cNvGrpSpPr/>
          <p:nvPr/>
        </p:nvGrpSpPr>
        <p:grpSpPr>
          <a:xfrm>
            <a:off x="5235590" y="969568"/>
            <a:ext cx="1320030" cy="1122168"/>
            <a:chOff x="6013514" y="1684734"/>
            <a:chExt cx="438275" cy="372581"/>
          </a:xfrm>
        </p:grpSpPr>
        <p:sp>
          <p:nvSpPr>
            <p:cNvPr id="56" name="Forme libre : Forme 55">
              <a:extLst>
                <a:ext uri="{FF2B5EF4-FFF2-40B4-BE49-F238E27FC236}">
                  <a16:creationId xmlns:a16="http://schemas.microsoft.com/office/drawing/2014/main" id="{A8AB0B3F-7AD6-4F71-8700-28B0A10EE215}"/>
                </a:ext>
              </a:extLst>
            </p:cNvPr>
            <p:cNvSpPr/>
            <p:nvPr/>
          </p:nvSpPr>
          <p:spPr>
            <a:xfrm>
              <a:off x="6207757" y="1684734"/>
              <a:ext cx="217450" cy="217450"/>
            </a:xfrm>
            <a:custGeom>
              <a:avLst/>
              <a:gdLst>
                <a:gd name="connsiteX0" fmla="*/ 124267 w 246888"/>
                <a:gd name="connsiteY0" fmla="*/ 226883 h 246888"/>
                <a:gd name="connsiteX1" fmla="*/ 228168 w 246888"/>
                <a:gd name="connsiteY1" fmla="*/ 123947 h 246888"/>
                <a:gd name="connsiteX2" fmla="*/ 167061 w 246888"/>
                <a:gd name="connsiteY2" fmla="*/ 29098 h 246888"/>
                <a:gd name="connsiteX3" fmla="*/ 124267 w 246888"/>
                <a:gd name="connsiteY3" fmla="*/ 20594 h 246888"/>
                <a:gd name="connsiteX4" fmla="*/ 20574 w 246888"/>
                <a:gd name="connsiteY4" fmla="*/ 124287 h 246888"/>
                <a:gd name="connsiteX5" fmla="*/ 124267 w 246888"/>
                <a:gd name="connsiteY5" fmla="*/ 227980 h 246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6888" h="246888">
                  <a:moveTo>
                    <a:pt x="124267" y="226883"/>
                  </a:moveTo>
                  <a:cubicBezTo>
                    <a:pt x="181383" y="227149"/>
                    <a:pt x="227900" y="181063"/>
                    <a:pt x="228168" y="123947"/>
                  </a:cubicBezTo>
                  <a:cubicBezTo>
                    <a:pt x="228358" y="83027"/>
                    <a:pt x="204401" y="45840"/>
                    <a:pt x="167061" y="29098"/>
                  </a:cubicBezTo>
                  <a:cubicBezTo>
                    <a:pt x="153578" y="23203"/>
                    <a:pt x="138979" y="20301"/>
                    <a:pt x="124267" y="20594"/>
                  </a:cubicBezTo>
                  <a:cubicBezTo>
                    <a:pt x="67000" y="20594"/>
                    <a:pt x="20574" y="67020"/>
                    <a:pt x="20574" y="124287"/>
                  </a:cubicBezTo>
                  <a:cubicBezTo>
                    <a:pt x="20574" y="181554"/>
                    <a:pt x="67000" y="227980"/>
                    <a:pt x="124267" y="227980"/>
                  </a:cubicBezTo>
                  <a:close/>
                </a:path>
              </a:pathLst>
            </a:custGeom>
            <a:solidFill>
              <a:srgbClr val="0078D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fr-FR"/>
            </a:p>
          </p:txBody>
        </p:sp>
        <p:sp>
          <p:nvSpPr>
            <p:cNvPr id="57" name="Forme libre : Forme 56">
              <a:extLst>
                <a:ext uri="{FF2B5EF4-FFF2-40B4-BE49-F238E27FC236}">
                  <a16:creationId xmlns:a16="http://schemas.microsoft.com/office/drawing/2014/main" id="{ED6DF402-BB26-46EA-8E7B-DB9D668466F4}"/>
                </a:ext>
              </a:extLst>
            </p:cNvPr>
            <p:cNvSpPr/>
            <p:nvPr/>
          </p:nvSpPr>
          <p:spPr>
            <a:xfrm>
              <a:off x="6161856" y="1888187"/>
              <a:ext cx="289933" cy="169128"/>
            </a:xfrm>
            <a:custGeom>
              <a:avLst/>
              <a:gdLst>
                <a:gd name="connsiteX0" fmla="*/ 176113 w 329184"/>
                <a:gd name="connsiteY0" fmla="*/ 20577 h 192024"/>
                <a:gd name="connsiteX1" fmla="*/ 20574 w 329184"/>
                <a:gd name="connsiteY1" fmla="*/ 176116 h 192024"/>
                <a:gd name="connsiteX2" fmla="*/ 332476 w 329184"/>
                <a:gd name="connsiteY2" fmla="*/ 176116 h 192024"/>
                <a:gd name="connsiteX3" fmla="*/ 176939 w 329184"/>
                <a:gd name="connsiteY3" fmla="*/ 20574 h 192024"/>
                <a:gd name="connsiteX4" fmla="*/ 176113 w 329184"/>
                <a:gd name="connsiteY4" fmla="*/ 20577 h 192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9184" h="192024">
                  <a:moveTo>
                    <a:pt x="176113" y="20577"/>
                  </a:moveTo>
                  <a:cubicBezTo>
                    <a:pt x="90210" y="20577"/>
                    <a:pt x="20574" y="90213"/>
                    <a:pt x="20574" y="176116"/>
                  </a:cubicBezTo>
                  <a:lnTo>
                    <a:pt x="332476" y="176116"/>
                  </a:lnTo>
                  <a:cubicBezTo>
                    <a:pt x="332476" y="90213"/>
                    <a:pt x="262840" y="20577"/>
                    <a:pt x="176939" y="20574"/>
                  </a:cubicBezTo>
                  <a:cubicBezTo>
                    <a:pt x="176665" y="20574"/>
                    <a:pt x="176388" y="20574"/>
                    <a:pt x="176113" y="20577"/>
                  </a:cubicBezTo>
                  <a:close/>
                </a:path>
              </a:pathLst>
            </a:custGeom>
            <a:solidFill>
              <a:srgbClr val="0078D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fr-FR"/>
            </a:p>
          </p:txBody>
        </p:sp>
        <p:sp>
          <p:nvSpPr>
            <p:cNvPr id="58" name="Forme libre : Forme 57">
              <a:extLst>
                <a:ext uri="{FF2B5EF4-FFF2-40B4-BE49-F238E27FC236}">
                  <a16:creationId xmlns:a16="http://schemas.microsoft.com/office/drawing/2014/main" id="{90B3214A-24CD-40FB-9C10-64AFE3BADF61}"/>
                </a:ext>
              </a:extLst>
            </p:cNvPr>
            <p:cNvSpPr/>
            <p:nvPr/>
          </p:nvSpPr>
          <p:spPr>
            <a:xfrm>
              <a:off x="6013514" y="1935031"/>
              <a:ext cx="144966" cy="120806"/>
            </a:xfrm>
            <a:custGeom>
              <a:avLst/>
              <a:gdLst>
                <a:gd name="connsiteX0" fmla="*/ 20574 w 164592"/>
                <a:gd name="connsiteY0" fmla="*/ 123754 h 137160"/>
                <a:gd name="connsiteX1" fmla="*/ 142372 w 164592"/>
                <a:gd name="connsiteY1" fmla="*/ 123754 h 137160"/>
                <a:gd name="connsiteX2" fmla="*/ 142372 w 164592"/>
                <a:gd name="connsiteY2" fmla="*/ 123754 h 137160"/>
                <a:gd name="connsiteX3" fmla="*/ 165415 w 164592"/>
                <a:gd name="connsiteY3" fmla="*/ 29114 h 137160"/>
                <a:gd name="connsiteX4" fmla="*/ 29089 w 164592"/>
                <a:gd name="connsiteY4" fmla="*/ 83144 h 137160"/>
                <a:gd name="connsiteX5" fmla="*/ 20574 w 164592"/>
                <a:gd name="connsiteY5" fmla="*/ 124303 h 137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4592" h="137160">
                  <a:moveTo>
                    <a:pt x="20574" y="123754"/>
                  </a:moveTo>
                  <a:lnTo>
                    <a:pt x="142372" y="123754"/>
                  </a:lnTo>
                  <a:lnTo>
                    <a:pt x="142372" y="123754"/>
                  </a:lnTo>
                  <a:cubicBezTo>
                    <a:pt x="142452" y="90828"/>
                    <a:pt x="150349" y="58392"/>
                    <a:pt x="165415" y="29114"/>
                  </a:cubicBezTo>
                  <a:cubicBezTo>
                    <a:pt x="112850" y="6389"/>
                    <a:pt x="51814" y="30579"/>
                    <a:pt x="29089" y="83144"/>
                  </a:cubicBezTo>
                  <a:cubicBezTo>
                    <a:pt x="23471" y="96139"/>
                    <a:pt x="20574" y="110145"/>
                    <a:pt x="20574" y="124303"/>
                  </a:cubicBezTo>
                  <a:close/>
                </a:path>
              </a:pathLst>
            </a:custGeom>
            <a:solidFill>
              <a:srgbClr val="93939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fr-FR"/>
            </a:p>
          </p:txBody>
        </p:sp>
        <p:sp>
          <p:nvSpPr>
            <p:cNvPr id="59" name="Forme libre : Forme 58">
              <a:extLst>
                <a:ext uri="{FF2B5EF4-FFF2-40B4-BE49-F238E27FC236}">
                  <a16:creationId xmlns:a16="http://schemas.microsoft.com/office/drawing/2014/main" id="{E133F1BE-9B24-4AB3-8B72-2412201C503D}"/>
                </a:ext>
              </a:extLst>
            </p:cNvPr>
            <p:cNvSpPr/>
            <p:nvPr/>
          </p:nvSpPr>
          <p:spPr>
            <a:xfrm>
              <a:off x="6037924" y="1775607"/>
              <a:ext cx="169128" cy="169128"/>
            </a:xfrm>
            <a:custGeom>
              <a:avLst/>
              <a:gdLst>
                <a:gd name="connsiteX0" fmla="*/ 96559 w 192024"/>
                <a:gd name="connsiteY0" fmla="*/ 20574 h 192024"/>
                <a:gd name="connsiteX1" fmla="*/ 20592 w 192024"/>
                <a:gd name="connsiteY1" fmla="*/ 99836 h 192024"/>
                <a:gd name="connsiteX2" fmla="*/ 91896 w 192024"/>
                <a:gd name="connsiteY2" fmla="*/ 175565 h 192024"/>
                <a:gd name="connsiteX3" fmla="*/ 100948 w 192024"/>
                <a:gd name="connsiteY3" fmla="*/ 175565 h 192024"/>
                <a:gd name="connsiteX4" fmla="*/ 172080 w 192024"/>
                <a:gd name="connsiteY4" fmla="*/ 91933 h 192024"/>
                <a:gd name="connsiteX5" fmla="*/ 96559 w 192024"/>
                <a:gd name="connsiteY5" fmla="*/ 20574 h 192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92024" h="192024">
                  <a:moveTo>
                    <a:pt x="96559" y="20574"/>
                  </a:moveTo>
                  <a:cubicBezTo>
                    <a:pt x="53694" y="21482"/>
                    <a:pt x="19681" y="56971"/>
                    <a:pt x="20592" y="99836"/>
                  </a:cubicBezTo>
                  <a:cubicBezTo>
                    <a:pt x="21434" y="139623"/>
                    <a:pt x="52229" y="172331"/>
                    <a:pt x="91896" y="175565"/>
                  </a:cubicBezTo>
                  <a:lnTo>
                    <a:pt x="100948" y="175565"/>
                  </a:lnTo>
                  <a:cubicBezTo>
                    <a:pt x="143685" y="172114"/>
                    <a:pt x="175531" y="134669"/>
                    <a:pt x="172080" y="91933"/>
                  </a:cubicBezTo>
                  <a:cubicBezTo>
                    <a:pt x="168878" y="52324"/>
                    <a:pt x="136286" y="21526"/>
                    <a:pt x="96559" y="20574"/>
                  </a:cubicBezTo>
                  <a:close/>
                </a:path>
              </a:pathLst>
            </a:custGeom>
            <a:solidFill>
              <a:srgbClr val="93939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fr-FR"/>
            </a:p>
          </p:txBody>
        </p:sp>
      </p:grpSp>
      <p:sp>
        <p:nvSpPr>
          <p:cNvPr id="45" name="Zone de texte 4">
            <a:extLst>
              <a:ext uri="{FF2B5EF4-FFF2-40B4-BE49-F238E27FC236}">
                <a16:creationId xmlns:a16="http://schemas.microsoft.com/office/drawing/2014/main" id="{AC0BE889-D4FE-1893-B115-97CB94564478}"/>
              </a:ext>
            </a:extLst>
          </p:cNvPr>
          <p:cNvSpPr txBox="1"/>
          <p:nvPr/>
        </p:nvSpPr>
        <p:spPr>
          <a:xfrm>
            <a:off x="5214678" y="2165537"/>
            <a:ext cx="4895850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Actions </a:t>
            </a:r>
            <a:r>
              <a:rPr lang="en-US" sz="1600" b="1" dirty="0" err="1"/>
              <a:t>opérateur</a:t>
            </a:r>
            <a:endParaRPr lang="fr-FR" sz="1600" b="1" dirty="0"/>
          </a:p>
          <a:p>
            <a:r>
              <a:rPr lang="en-US" sz="1600" dirty="0"/>
              <a:t>Actions </a:t>
            </a:r>
            <a:r>
              <a:rPr lang="en-US" sz="1600" dirty="0" err="1"/>
              <a:t>réalisées</a:t>
            </a:r>
            <a:r>
              <a:rPr lang="en-US" sz="1600" dirty="0"/>
              <a:t> avant </a:t>
            </a:r>
            <a:r>
              <a:rPr lang="en-US" sz="1600" dirty="0" err="1"/>
              <a:t>l’arrivée</a:t>
            </a:r>
            <a:r>
              <a:rPr lang="en-US" sz="1600" dirty="0"/>
              <a:t> de la maintenance :</a:t>
            </a:r>
            <a:endParaRPr lang="fr-FR" sz="1600" dirty="0"/>
          </a:p>
          <a:p>
            <a:r>
              <a:rPr lang="en-US" sz="1600" dirty="0"/>
              <a:t>☐ </a:t>
            </a:r>
            <a:r>
              <a:rPr lang="en-US" sz="1600" dirty="0" err="1"/>
              <a:t>Arrêt</a:t>
            </a:r>
            <a:r>
              <a:rPr lang="en-US" sz="1600" dirty="0"/>
              <a:t> machine </a:t>
            </a:r>
            <a:r>
              <a:rPr lang="en-US" sz="1600" dirty="0" err="1"/>
              <a:t>sécurisé</a:t>
            </a:r>
            <a:endParaRPr lang="fr-FR" sz="1600" dirty="0"/>
          </a:p>
          <a:p>
            <a:r>
              <a:rPr lang="en-US" sz="1600" dirty="0"/>
              <a:t>☐ </a:t>
            </a:r>
            <a:r>
              <a:rPr lang="en-US" sz="1600" dirty="0" err="1"/>
              <a:t>Redémarrage</a:t>
            </a:r>
            <a:r>
              <a:rPr lang="en-US" sz="1600" dirty="0"/>
              <a:t> </a:t>
            </a:r>
            <a:r>
              <a:rPr lang="en-US" sz="1600" dirty="0" err="1"/>
              <a:t>tenté</a:t>
            </a:r>
            <a:endParaRPr lang="fr-FR" sz="1600" dirty="0"/>
          </a:p>
          <a:p>
            <a:r>
              <a:rPr lang="en-US" sz="1600" dirty="0"/>
              <a:t>☐ </a:t>
            </a:r>
            <a:r>
              <a:rPr lang="en-US" sz="1600" dirty="0" err="1"/>
              <a:t>Nettoyage</a:t>
            </a:r>
            <a:r>
              <a:rPr lang="en-US" sz="1600" dirty="0"/>
              <a:t> zone</a:t>
            </a:r>
            <a:endParaRPr lang="fr-FR" sz="1600" dirty="0"/>
          </a:p>
          <a:p>
            <a:r>
              <a:rPr lang="en-US" sz="1600" dirty="0"/>
              <a:t>☐ Alerte maintenance</a:t>
            </a:r>
            <a:endParaRPr lang="fr-FR" sz="1600" dirty="0"/>
          </a:p>
          <a:p>
            <a:endParaRPr lang="en-US" sz="1600" b="1" dirty="0"/>
          </a:p>
          <a:p>
            <a:r>
              <a:rPr lang="en-US" sz="1600" b="1" dirty="0" err="1"/>
              <a:t>Consignes</a:t>
            </a:r>
            <a:r>
              <a:rPr lang="en-US" sz="1600" b="1" dirty="0"/>
              <a:t> de </a:t>
            </a:r>
            <a:r>
              <a:rPr lang="en-US" sz="1600" b="1" dirty="0" err="1"/>
              <a:t>sécurité</a:t>
            </a:r>
            <a:endParaRPr lang="fr-FR" sz="1600" b="1" dirty="0"/>
          </a:p>
          <a:p>
            <a:r>
              <a:rPr lang="en-US" sz="1600" dirty="0"/>
              <a:t>Avant intervention maintenance :</a:t>
            </a:r>
            <a:endParaRPr lang="fr-FR" sz="1600" dirty="0"/>
          </a:p>
          <a:p>
            <a:r>
              <a:rPr lang="en-US" sz="1600" dirty="0"/>
              <a:t>☐ Machine </a:t>
            </a:r>
            <a:r>
              <a:rPr lang="en-US" sz="1600" dirty="0" err="1"/>
              <a:t>arrêtée</a:t>
            </a:r>
            <a:endParaRPr lang="fr-FR" sz="1600" dirty="0"/>
          </a:p>
          <a:p>
            <a:r>
              <a:rPr lang="en-US" sz="1600" dirty="0"/>
              <a:t>☐ </a:t>
            </a:r>
            <a:r>
              <a:rPr lang="en-US" sz="1600" dirty="0" err="1"/>
              <a:t>Énergies</a:t>
            </a:r>
            <a:r>
              <a:rPr lang="en-US" sz="1600" dirty="0"/>
              <a:t> </a:t>
            </a:r>
            <a:r>
              <a:rPr lang="en-US" sz="1600" dirty="0" err="1"/>
              <a:t>coupées</a:t>
            </a:r>
            <a:r>
              <a:rPr lang="en-US" sz="1600" dirty="0"/>
              <a:t> </a:t>
            </a:r>
            <a:r>
              <a:rPr lang="en-US" sz="1600" dirty="0" err="1"/>
              <a:t>si</a:t>
            </a:r>
            <a:r>
              <a:rPr lang="en-US" sz="1600" dirty="0"/>
              <a:t> </a:t>
            </a:r>
            <a:r>
              <a:rPr lang="en-US" sz="1600" dirty="0" err="1"/>
              <a:t>demandé</a:t>
            </a:r>
            <a:endParaRPr lang="fr-FR" sz="1600" dirty="0"/>
          </a:p>
          <a:p>
            <a:r>
              <a:rPr lang="en-US" sz="1600" dirty="0"/>
              <a:t>☐ Zone </a:t>
            </a:r>
            <a:r>
              <a:rPr lang="en-US" sz="1600" dirty="0" err="1"/>
              <a:t>dégagée</a:t>
            </a:r>
            <a:endParaRPr lang="fr-FR" sz="1600" dirty="0"/>
          </a:p>
          <a:p>
            <a:endParaRPr lang="en-US" sz="1600" b="1" dirty="0"/>
          </a:p>
          <a:p>
            <a:r>
              <a:rPr lang="en-US" sz="1600" b="1" dirty="0"/>
              <a:t>Fin </a:t>
            </a:r>
            <a:r>
              <a:rPr lang="en-US" sz="1600" b="1" dirty="0" err="1"/>
              <a:t>d’intervention</a:t>
            </a:r>
            <a:r>
              <a:rPr lang="en-US" sz="1600" b="1" dirty="0"/>
              <a:t> </a:t>
            </a:r>
          </a:p>
          <a:p>
            <a:r>
              <a:rPr lang="en-US" sz="1600" dirty="0"/>
              <a:t>Machine remise </a:t>
            </a:r>
            <a:r>
              <a:rPr lang="en-US" sz="1600" dirty="0" err="1"/>
              <a:t>en</a:t>
            </a:r>
            <a:r>
              <a:rPr lang="en-US" sz="1600" dirty="0"/>
              <a:t> service :  ☐ Oui   ☐ Non</a:t>
            </a:r>
            <a:endParaRPr lang="fr-FR" sz="1600" dirty="0"/>
          </a:p>
          <a:p>
            <a:r>
              <a:rPr lang="en-US" sz="1600" dirty="0"/>
              <a:t>Essai production </a:t>
            </a:r>
            <a:r>
              <a:rPr lang="en-US" sz="1600" dirty="0" err="1"/>
              <a:t>validé</a:t>
            </a:r>
            <a:r>
              <a:rPr lang="en-US" sz="1600" dirty="0"/>
              <a:t> :     ☐ Oui   ☐ Non</a:t>
            </a:r>
            <a:endParaRPr lang="fr-FR" sz="1600" dirty="0"/>
          </a:p>
        </p:txBody>
      </p:sp>
      <p:sp>
        <p:nvSpPr>
          <p:cNvPr id="61" name="ZoneTexte 60">
            <a:extLst>
              <a:ext uri="{FF2B5EF4-FFF2-40B4-BE49-F238E27FC236}">
                <a16:creationId xmlns:a16="http://schemas.microsoft.com/office/drawing/2014/main" id="{A49EF63D-E46B-DA1F-813B-986ECFF2D37A}"/>
              </a:ext>
            </a:extLst>
          </p:cNvPr>
          <p:cNvSpPr txBox="1"/>
          <p:nvPr/>
        </p:nvSpPr>
        <p:spPr>
          <a:xfrm>
            <a:off x="-1" y="6476015"/>
            <a:ext cx="10064537" cy="135774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1000"/>
              </a:spcBef>
              <a:buNone/>
            </a:pPr>
            <a:r>
              <a:rPr lang="en-US" b="1" dirty="0">
                <a:effectLst/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Signatures</a:t>
            </a:r>
            <a:endParaRPr lang="fr-FR" b="1" dirty="0">
              <a:effectLst/>
              <a:latin typeface="Calibri" panose="020F0502020204030204" pitchFamily="34" charset="0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lvl="1">
              <a:lnSpc>
                <a:spcPct val="115000"/>
              </a:lnSpc>
              <a:spcAft>
                <a:spcPts val="600"/>
              </a:spcAft>
              <a:tabLst>
                <a:tab pos="2606675" algn="l"/>
              </a:tabLst>
            </a:pPr>
            <a:r>
              <a:rPr lang="en-US" sz="1600" dirty="0" err="1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Opérateur</a:t>
            </a:r>
            <a:r>
              <a:rPr lang="en-US" sz="16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: __________________  Date : ____ / ____ / ______</a:t>
            </a:r>
            <a:endParaRPr lang="fr-FR" sz="16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lvl="1">
              <a:lnSpc>
                <a:spcPct val="115000"/>
              </a:lnSpc>
              <a:spcAft>
                <a:spcPts val="600"/>
              </a:spcAft>
              <a:tabLst>
                <a:tab pos="2606675" algn="l"/>
              </a:tabLst>
            </a:pPr>
            <a:r>
              <a:rPr lang="en-US" sz="1600" dirty="0" err="1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Technicien</a:t>
            </a:r>
            <a:r>
              <a:rPr lang="en-US" sz="16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maintenance : ______ Date : ____ / ____ / ______</a:t>
            </a:r>
          </a:p>
          <a:p>
            <a:pPr>
              <a:lnSpc>
                <a:spcPct val="115000"/>
              </a:lnSpc>
              <a:spcAft>
                <a:spcPts val="600"/>
              </a:spcAft>
              <a:buNone/>
            </a:pPr>
            <a:endParaRPr lang="en-US" sz="1400" dirty="0"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2546967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InfographicTemplateBrandColors">
      <a:dk1>
        <a:sysClr val="windowText" lastClr="000000"/>
      </a:dk1>
      <a:lt1>
        <a:sysClr val="window" lastClr="FFFFFF"/>
      </a:lt1>
      <a:dk2>
        <a:srgbClr val="2F2F2F"/>
      </a:dk2>
      <a:lt2>
        <a:srgbClr val="D2D2D2"/>
      </a:lt2>
      <a:accent1>
        <a:srgbClr val="0078D4"/>
      </a:accent1>
      <a:accent2>
        <a:srgbClr val="D83B01"/>
      </a:accent2>
      <a:accent3>
        <a:srgbClr val="939393"/>
      </a:accent3>
      <a:accent4>
        <a:srgbClr val="FFF100"/>
      </a:accent4>
      <a:accent5>
        <a:srgbClr val="003F50"/>
      </a:accent5>
      <a:accent6>
        <a:srgbClr val="BAD80A"/>
      </a:accent6>
      <a:hlink>
        <a:srgbClr val="0078D4"/>
      </a:hlink>
      <a:folHlink>
        <a:srgbClr val="A80000"/>
      </a:folHlink>
    </a:clrScheme>
    <a:fontScheme name="Custom 2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_42269161_TF66949767" id="{3E738360-FA0D-48A2-821B-440654EDC083}" vid="{E411BBE0-F9A6-4123-AD3A-1D287EAA0D9F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77210f24a1be23c92c90fd886aa0a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60e05723c5c1908df1a1a4ebf11d344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C923D0C-7333-43DF-ABBE-1BC5F9E7297D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BE9C15C6-66A5-4EAF-B135-ACD47943A8A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9036E9C1-052A-44E4-ACCD-B8AE5693420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Partagez vos fichiers</Template>
  <TotalTime>11</TotalTime>
  <Words>156</Words>
  <Application>Microsoft Office PowerPoint</Application>
  <PresentationFormat>Personnalisé</PresentationFormat>
  <Paragraphs>43</Paragraphs>
  <Slides>1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8" baseType="lpstr">
      <vt:lpstr>Arial</vt:lpstr>
      <vt:lpstr>Calibri</vt:lpstr>
      <vt:lpstr>Cambria</vt:lpstr>
      <vt:lpstr>Segoe UI</vt:lpstr>
      <vt:lpstr>Segoe UI Bold</vt:lpstr>
      <vt:lpstr>Segoe UI Semibold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Herve Labarge</dc:creator>
  <cp:lastModifiedBy>Herve Labarge</cp:lastModifiedBy>
  <cp:revision>1</cp:revision>
  <dcterms:created xsi:type="dcterms:W3CDTF">2026-03-27T13:16:32Z</dcterms:created>
  <dcterms:modified xsi:type="dcterms:W3CDTF">2026-03-27T13:28:19Z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